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28" y="-376"/>
      </p:cViewPr>
      <p:guideLst>
        <p:guide orient="horz" pos="2160"/>
        <p:guide pos="39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6325F-12EA-32B2-C77B-B6A256D29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F60E457-083C-4F6E-EB86-D5C765559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48E2B3-DCA7-A15F-E5F4-C726A52F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BEB2B8-A752-6610-0065-EAB29784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E3CA6F-E67F-5EBB-1DB4-F5E16867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52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53F9BB-F7CD-718A-6009-5D620E09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7A03F-F3C5-F109-B502-A88A4DEF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BBAA7F-9B34-9DF7-EB0D-BAA799EA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346831-1A61-71A5-BD48-E2D71DB4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2DB512-BF5C-4D1F-033C-C1E21CC3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02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7DCC2-9224-37AB-CF67-0BD15F6A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45A906-4CB0-2979-ED53-4509C7477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672320-7269-F626-6E6D-7770FB66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780A63-C2F5-D88A-2EBB-EB472A06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CA9EE1-8B2B-93C4-3DDE-EC207486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59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3EE96-B6CB-FC86-3A45-F7A73C23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EA5072-30E6-443E-198D-5471121F1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7B9EA-8677-2C61-3500-E6C6C4AC8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DBE906-78AA-E659-AE97-F63523B8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F4A20A-BFC1-939B-389F-54818BDE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DC4C4A-2F57-961C-7DB9-BD4A9A6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26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3FE8E9-9309-1F05-B8D7-59EE3224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1A063E-82B1-171B-C892-DBF0DCC76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2362F2-EA50-D0D8-D649-9665BB4A1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02A828-2BEF-143B-A107-E4913255C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E1EAD3B-9086-29AF-C3D0-F6A709118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F6877D-E0B8-7CB7-742C-3CFD166E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EB362E-3BBC-D46B-5933-5E0102B4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8FBD784-1DF1-CD54-A381-9552E4F0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30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0A115-9CE9-83A6-295A-14C1CFAE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E4EF3E-FC32-0F58-ACF6-B60F0C50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B34650-EF1F-4601-10BD-F6C232CC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99C527-D2B7-8EB1-A879-A953F385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75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31FA62-B07E-796C-8CA6-C3FF881C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A091C9-9272-47B0-D537-9E5FF5DE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57CC85-3731-699A-4A21-CF3C3F0E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120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222EC-5132-6A75-8F0A-DE16E832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700B99-1980-56A0-42A8-D2DB9317D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61F6B7-BF90-F408-E9EB-54881AFC7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7A252C-7495-B574-6B99-E12D69AA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6C5AFB-FAAC-D316-ED7C-D5FB6FBC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AFFA45-81BE-133D-34EF-62032574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92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92F2A-BB37-572C-2AD0-4867C760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85535C-D8E7-C009-BCB5-0821BC6E5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E4BF8F-EE2D-27C3-1E78-D9D9E306A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6E24A75-4C68-6873-FC02-A2603F3C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98F7E3-606D-2344-1D5F-8B1507BD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74B11A-7F44-C3B3-85EE-421FD813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78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30EE49-E5D0-CD2B-DF42-D0FD42AA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D06644-C5C8-EB32-03A5-853069DCE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B914B5-E2AC-7170-153F-98C7FB42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0692BE-E91C-BB41-97AA-6D0B0B51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53A161-4CA1-EFB8-ED44-80E3E8D9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09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30B4053-8E61-6CF5-E9F8-469C0F40C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05306B2-E3F6-4366-E4D1-1D4FD9C0E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C5A028-5DE2-0E2F-78C0-802CC4D2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E1F170-8666-194D-DFD0-2250B53F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07D9AE-5CA3-6FFD-35D8-6BD9B134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37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F215E5-F67D-3165-D939-A7E607643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C0B9A6-F0CB-D00C-8B9E-4B17E1EF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8DC496-0491-B22B-BDD0-2EC15E72C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89744-DDE4-4C6A-88EC-08074A1DADD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83355D-F534-4C25-30ED-A888477E4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56E47A-1337-D76A-C650-D1426A5AB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CCADD-08BC-4316-B201-0B048B7B1E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91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3247B14-B041-DE71-DBB9-1AC19199E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64" y="1896869"/>
            <a:ext cx="2511557" cy="1618491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DD3D1EDC-3991-574E-EE1B-E85447B035E6}"/>
              </a:ext>
            </a:extLst>
          </p:cNvPr>
          <p:cNvSpPr/>
          <p:nvPr/>
        </p:nvSpPr>
        <p:spPr>
          <a:xfrm>
            <a:off x="411480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16E6A34-4B8A-785E-CB8F-7BA93384D77D}"/>
              </a:ext>
            </a:extLst>
          </p:cNvPr>
          <p:cNvSpPr/>
          <p:nvPr/>
        </p:nvSpPr>
        <p:spPr>
          <a:xfrm>
            <a:off x="468376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7379F9E-7932-913B-DA96-44E1D0A9039D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437896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A17E3FA6-A387-BA2E-2F43-A1F13CC01424}"/>
              </a:ext>
            </a:extLst>
          </p:cNvPr>
          <p:cNvSpPr/>
          <p:nvPr/>
        </p:nvSpPr>
        <p:spPr>
          <a:xfrm>
            <a:off x="4683760" y="2089910"/>
            <a:ext cx="264160" cy="26416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64527E0-C9DA-96C9-0180-C344D88645E4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>
            <a:off x="481584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4BAF87B5-6BE7-B525-DA82-271C77A2A077}"/>
              </a:ext>
            </a:extLst>
          </p:cNvPr>
          <p:cNvSpPr/>
          <p:nvPr/>
        </p:nvSpPr>
        <p:spPr>
          <a:xfrm>
            <a:off x="4114800" y="208991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08E3468-DCD5-55F9-412B-827D2339629C}"/>
              </a:ext>
            </a:extLst>
          </p:cNvPr>
          <p:cNvCxnSpPr>
            <a:cxnSpLocks/>
            <a:stCxn id="14" idx="6"/>
            <a:endCxn id="10" idx="2"/>
          </p:cNvCxnSpPr>
          <p:nvPr/>
        </p:nvCxnSpPr>
        <p:spPr>
          <a:xfrm>
            <a:off x="437896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39ABD7F-B1FA-F1DE-1A05-E066A34F8A53}"/>
              </a:ext>
            </a:extLst>
          </p:cNvPr>
          <p:cNvCxnSpPr>
            <a:cxnSpLocks/>
            <a:stCxn id="14" idx="4"/>
            <a:endCxn id="6" idx="0"/>
          </p:cNvCxnSpPr>
          <p:nvPr/>
        </p:nvCxnSpPr>
        <p:spPr>
          <a:xfrm>
            <a:off x="424688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412F5AC7-1FDF-8801-174F-94B63272A7CB}"/>
              </a:ext>
            </a:extLst>
          </p:cNvPr>
          <p:cNvSpPr/>
          <p:nvPr/>
        </p:nvSpPr>
        <p:spPr>
          <a:xfrm>
            <a:off x="4683760" y="3164840"/>
            <a:ext cx="264160" cy="2641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BD45787-B763-826D-21A5-DB39F0DF7C8F}"/>
              </a:ext>
            </a:extLst>
          </p:cNvPr>
          <p:cNvSpPr/>
          <p:nvPr/>
        </p:nvSpPr>
        <p:spPr>
          <a:xfrm>
            <a:off x="4114800" y="3164840"/>
            <a:ext cx="264160" cy="26416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F8E63E1C-4C5B-6A95-6443-8948D715CEC5}"/>
              </a:ext>
            </a:extLst>
          </p:cNvPr>
          <p:cNvCxnSpPr>
            <a:cxnSpLocks/>
            <a:stCxn id="27" idx="6"/>
            <a:endCxn id="25" idx="2"/>
          </p:cNvCxnSpPr>
          <p:nvPr/>
        </p:nvCxnSpPr>
        <p:spPr>
          <a:xfrm>
            <a:off x="437896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DC2BEA4-12D4-6889-0740-2319CDB2558E}"/>
              </a:ext>
            </a:extLst>
          </p:cNvPr>
          <p:cNvCxnSpPr>
            <a:cxnSpLocks/>
            <a:stCxn id="6" idx="4"/>
            <a:endCxn id="27" idx="0"/>
          </p:cNvCxnSpPr>
          <p:nvPr/>
        </p:nvCxnSpPr>
        <p:spPr>
          <a:xfrm>
            <a:off x="424688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194BFC5E-DFA7-6A34-D110-2D71F2FF3E74}"/>
              </a:ext>
            </a:extLst>
          </p:cNvPr>
          <p:cNvCxnSpPr>
            <a:cxnSpLocks/>
            <a:stCxn id="7" idx="4"/>
            <a:endCxn id="25" idx="0"/>
          </p:cNvCxnSpPr>
          <p:nvPr/>
        </p:nvCxnSpPr>
        <p:spPr>
          <a:xfrm>
            <a:off x="481584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13273283-1B1C-25F8-D658-1F086C558D16}"/>
              </a:ext>
            </a:extLst>
          </p:cNvPr>
          <p:cNvSpPr/>
          <p:nvPr/>
        </p:nvSpPr>
        <p:spPr>
          <a:xfrm>
            <a:off x="5455920" y="2627375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974716D9-CC94-5611-0851-1BA4C765F72B}"/>
              </a:ext>
            </a:extLst>
          </p:cNvPr>
          <p:cNvSpPr/>
          <p:nvPr/>
        </p:nvSpPr>
        <p:spPr>
          <a:xfrm>
            <a:off x="6024880" y="2627375"/>
            <a:ext cx="264160" cy="264160"/>
          </a:xfrm>
          <a:prstGeom prst="ellipse">
            <a:avLst/>
          </a:prstGeom>
          <a:solidFill>
            <a:srgbClr val="FFBDBD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F27636D-5777-210B-5AAF-B609B29DAA32}"/>
              </a:ext>
            </a:extLst>
          </p:cNvPr>
          <p:cNvCxnSpPr>
            <a:stCxn id="36" idx="6"/>
            <a:endCxn id="37" idx="2"/>
          </p:cNvCxnSpPr>
          <p:nvPr/>
        </p:nvCxnSpPr>
        <p:spPr>
          <a:xfrm>
            <a:off x="5720080" y="2759455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8FCD7CD2-A378-8C52-4B37-3C66717BCF35}"/>
              </a:ext>
            </a:extLst>
          </p:cNvPr>
          <p:cNvSpPr/>
          <p:nvPr/>
        </p:nvSpPr>
        <p:spPr>
          <a:xfrm>
            <a:off x="6024880" y="208991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69A52723-2AF4-941F-C6A1-FD55263A7DB4}"/>
              </a:ext>
            </a:extLst>
          </p:cNvPr>
          <p:cNvCxnSpPr>
            <a:cxnSpLocks/>
            <a:stCxn id="39" idx="4"/>
            <a:endCxn id="37" idx="0"/>
          </p:cNvCxnSpPr>
          <p:nvPr/>
        </p:nvCxnSpPr>
        <p:spPr>
          <a:xfrm>
            <a:off x="615696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lipse 40">
            <a:extLst>
              <a:ext uri="{FF2B5EF4-FFF2-40B4-BE49-F238E27FC236}">
                <a16:creationId xmlns:a16="http://schemas.microsoft.com/office/drawing/2014/main" id="{79D84E94-9124-3FDB-D777-D95A8A2415D4}"/>
              </a:ext>
            </a:extLst>
          </p:cNvPr>
          <p:cNvSpPr/>
          <p:nvPr/>
        </p:nvSpPr>
        <p:spPr>
          <a:xfrm>
            <a:off x="5455920" y="208991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A4276A1-1A99-C0F6-197D-FA48B6353249}"/>
              </a:ext>
            </a:extLst>
          </p:cNvPr>
          <p:cNvCxnSpPr>
            <a:cxnSpLocks/>
            <a:stCxn id="41" idx="6"/>
            <a:endCxn id="39" idx="2"/>
          </p:cNvCxnSpPr>
          <p:nvPr/>
        </p:nvCxnSpPr>
        <p:spPr>
          <a:xfrm>
            <a:off x="5720080" y="222199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FF601524-D27F-4E09-55E8-9B798F12773E}"/>
              </a:ext>
            </a:extLst>
          </p:cNvPr>
          <p:cNvCxnSpPr>
            <a:cxnSpLocks/>
            <a:stCxn id="41" idx="4"/>
            <a:endCxn id="36" idx="0"/>
          </p:cNvCxnSpPr>
          <p:nvPr/>
        </p:nvCxnSpPr>
        <p:spPr>
          <a:xfrm>
            <a:off x="5588000" y="2354070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84BB6FE0-F323-AC33-C1C3-A0018FE331E8}"/>
              </a:ext>
            </a:extLst>
          </p:cNvPr>
          <p:cNvSpPr/>
          <p:nvPr/>
        </p:nvSpPr>
        <p:spPr>
          <a:xfrm>
            <a:off x="6024880" y="3164840"/>
            <a:ext cx="264160" cy="26416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E4B31E78-C3EA-8C6A-5DB5-14F48D6431F9}"/>
              </a:ext>
            </a:extLst>
          </p:cNvPr>
          <p:cNvSpPr/>
          <p:nvPr/>
        </p:nvSpPr>
        <p:spPr>
          <a:xfrm>
            <a:off x="5455920" y="3164840"/>
            <a:ext cx="264160" cy="264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ysClr val="windowText" lastClr="000000"/>
                </a:solidFill>
              </a:rPr>
              <a:t>F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F2313BB1-4BC0-43BF-756D-2759CF0BC219}"/>
              </a:ext>
            </a:extLst>
          </p:cNvPr>
          <p:cNvCxnSpPr>
            <a:cxnSpLocks/>
            <a:stCxn id="45" idx="6"/>
            <a:endCxn id="44" idx="2"/>
          </p:cNvCxnSpPr>
          <p:nvPr/>
        </p:nvCxnSpPr>
        <p:spPr>
          <a:xfrm>
            <a:off x="5720080" y="3296920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92C7BE71-D768-27E6-8EA9-CEF5282F5460}"/>
              </a:ext>
            </a:extLst>
          </p:cNvPr>
          <p:cNvCxnSpPr>
            <a:cxnSpLocks/>
            <a:stCxn id="36" idx="4"/>
            <a:endCxn id="45" idx="0"/>
          </p:cNvCxnSpPr>
          <p:nvPr/>
        </p:nvCxnSpPr>
        <p:spPr>
          <a:xfrm>
            <a:off x="558800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4E7A100B-039B-44F7-1C74-C71B9A2B7D47}"/>
              </a:ext>
            </a:extLst>
          </p:cNvPr>
          <p:cNvCxnSpPr>
            <a:cxnSpLocks/>
            <a:stCxn id="37" idx="4"/>
            <a:endCxn id="44" idx="0"/>
          </p:cNvCxnSpPr>
          <p:nvPr/>
        </p:nvCxnSpPr>
        <p:spPr>
          <a:xfrm>
            <a:off x="6156960" y="2891535"/>
            <a:ext cx="0" cy="2733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8F9F81C-0DAB-CFAB-33D5-26BD2B97C55A}"/>
              </a:ext>
            </a:extLst>
          </p:cNvPr>
          <p:cNvSpPr/>
          <p:nvPr/>
        </p:nvSpPr>
        <p:spPr>
          <a:xfrm>
            <a:off x="4328160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F4D302-D6AB-B292-D8B3-8052EEB8A440}"/>
              </a:ext>
            </a:extLst>
          </p:cNvPr>
          <p:cNvSpPr/>
          <p:nvPr/>
        </p:nvSpPr>
        <p:spPr>
          <a:xfrm>
            <a:off x="567944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BECAFB-9F53-63A3-FF35-BA6CC0D0F18F}"/>
              </a:ext>
            </a:extLst>
          </p:cNvPr>
          <p:cNvSpPr/>
          <p:nvPr/>
        </p:nvSpPr>
        <p:spPr>
          <a:xfrm>
            <a:off x="4907280" y="250037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7E1D1F-D26A-106E-276A-132EE91C7864}"/>
              </a:ext>
            </a:extLst>
          </p:cNvPr>
          <p:cNvSpPr/>
          <p:nvPr/>
        </p:nvSpPr>
        <p:spPr>
          <a:xfrm>
            <a:off x="6248399" y="2495296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D0C348C-A09B-8E43-18F0-C2CBEBE38ED2}"/>
              </a:ext>
            </a:extLst>
          </p:cNvPr>
          <p:cNvSpPr/>
          <p:nvPr/>
        </p:nvSpPr>
        <p:spPr>
          <a:xfrm>
            <a:off x="4319269" y="1948684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06FCF63-3B6B-1863-403D-480D9AF7442D}"/>
              </a:ext>
            </a:extLst>
          </p:cNvPr>
          <p:cNvSpPr/>
          <p:nvPr/>
        </p:nvSpPr>
        <p:spPr>
          <a:xfrm>
            <a:off x="6230618" y="196951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46E487A-7640-2765-7D54-E0A7923945DE}"/>
              </a:ext>
            </a:extLst>
          </p:cNvPr>
          <p:cNvSpPr/>
          <p:nvPr/>
        </p:nvSpPr>
        <p:spPr>
          <a:xfrm>
            <a:off x="6228080" y="3011933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B63DD4-38C8-0B4C-0AC2-508432CAC184}"/>
              </a:ext>
            </a:extLst>
          </p:cNvPr>
          <p:cNvSpPr/>
          <p:nvPr/>
        </p:nvSpPr>
        <p:spPr>
          <a:xfrm>
            <a:off x="4918709" y="1987292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ECA958C-3284-11EA-B48F-3690F78FC830}"/>
              </a:ext>
            </a:extLst>
          </p:cNvPr>
          <p:cNvSpPr/>
          <p:nvPr/>
        </p:nvSpPr>
        <p:spPr>
          <a:xfrm>
            <a:off x="5679440" y="1957831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62AACF7-BAC3-B2A9-30BC-E6E85BE94F9A}"/>
              </a:ext>
            </a:extLst>
          </p:cNvPr>
          <p:cNvSpPr/>
          <p:nvPr/>
        </p:nvSpPr>
        <p:spPr>
          <a:xfrm>
            <a:off x="568705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57AFA96-FAF1-C35B-6DAD-2C80D6173782}"/>
              </a:ext>
            </a:extLst>
          </p:cNvPr>
          <p:cNvSpPr/>
          <p:nvPr/>
        </p:nvSpPr>
        <p:spPr>
          <a:xfrm>
            <a:off x="49148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BA0D5D-A02C-F9E8-CCB3-25A6E2933C8C}"/>
              </a:ext>
            </a:extLst>
          </p:cNvPr>
          <p:cNvSpPr/>
          <p:nvPr/>
        </p:nvSpPr>
        <p:spPr>
          <a:xfrm>
            <a:off x="4343399" y="3054097"/>
            <a:ext cx="167640" cy="1676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84980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7603B7-F204-39DC-62DC-1C38BA7F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4750" y="811318"/>
            <a:ext cx="645795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25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B167CCD-8F46-BED1-D2A0-3BBA6FFEB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26" b="98678" l="9735" r="89971">
                        <a14:foregroundMark x1="43953" y1="4626" x2="43953" y2="4626"/>
                        <a14:foregroundMark x1="36873" y1="94053" x2="36873" y2="94053"/>
                        <a14:foregroundMark x1="40560" y1="98678" x2="40560" y2="98678"/>
                        <a14:foregroundMark x1="32448" y1="21806" x2="32448" y2="21806"/>
                        <a14:foregroundMark x1="33333" y1="27313" x2="33333" y2="273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717" y="1052234"/>
            <a:ext cx="5256106" cy="35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E6F3AFD3-4DA0-1A2E-9F43-66D9658E5F6F}"/>
              </a:ext>
            </a:extLst>
          </p:cNvPr>
          <p:cNvSpPr/>
          <p:nvPr/>
        </p:nvSpPr>
        <p:spPr>
          <a:xfrm>
            <a:off x="5365683" y="3471878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40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DE8F2-12FD-3BB3-E11C-C66B2F623299}"/>
              </a:ext>
            </a:extLst>
          </p:cNvPr>
          <p:cNvSpPr/>
          <p:nvPr/>
        </p:nvSpPr>
        <p:spPr>
          <a:xfrm>
            <a:off x="5365683" y="4174067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64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29CEBE5-F5B5-1F63-792A-9F59CFE71C3C}"/>
              </a:ext>
            </a:extLst>
          </p:cNvPr>
          <p:cNvSpPr/>
          <p:nvPr/>
        </p:nvSpPr>
        <p:spPr>
          <a:xfrm>
            <a:off x="6096000" y="305768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47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125328-4BAB-0DB1-F289-1E122F96356D}"/>
              </a:ext>
            </a:extLst>
          </p:cNvPr>
          <p:cNvSpPr/>
          <p:nvPr/>
        </p:nvSpPr>
        <p:spPr>
          <a:xfrm>
            <a:off x="5365683" y="276968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33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77BCDE8-5729-F3A0-54F9-EED9DBE406E8}"/>
              </a:ext>
            </a:extLst>
          </p:cNvPr>
          <p:cNvSpPr/>
          <p:nvPr/>
        </p:nvSpPr>
        <p:spPr>
          <a:xfrm>
            <a:off x="6724450" y="256619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24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4D704AD-ED2A-AD76-D550-3F1F4972C207}"/>
              </a:ext>
            </a:extLst>
          </p:cNvPr>
          <p:cNvSpPr/>
          <p:nvPr/>
        </p:nvSpPr>
        <p:spPr>
          <a:xfrm>
            <a:off x="5365683" y="20675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17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91C2676-9BEC-2B09-4F60-D97BFC0DDF76}"/>
              </a:ext>
            </a:extLst>
          </p:cNvPr>
          <p:cNvSpPr/>
          <p:nvPr/>
        </p:nvSpPr>
        <p:spPr>
          <a:xfrm>
            <a:off x="6079000" y="20675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16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9B8EC1C-9217-FF93-69F0-600FC0933EBE}"/>
              </a:ext>
            </a:extLst>
          </p:cNvPr>
          <p:cNvSpPr/>
          <p:nvPr/>
        </p:nvSpPr>
        <p:spPr>
          <a:xfrm>
            <a:off x="5365683" y="136531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79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E9E08CF-74D0-2004-4CFF-BEFB1FD7E77F}"/>
              </a:ext>
            </a:extLst>
          </p:cNvPr>
          <p:cNvSpPr/>
          <p:nvPr/>
        </p:nvSpPr>
        <p:spPr>
          <a:xfrm>
            <a:off x="6079000" y="136531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86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0243952-2951-A94A-BD09-CB64D1CD6C0E}"/>
              </a:ext>
            </a:extLst>
          </p:cNvPr>
          <p:cNvSpPr/>
          <p:nvPr/>
        </p:nvSpPr>
        <p:spPr>
          <a:xfrm>
            <a:off x="6718100" y="184736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87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9257908-62D0-D2B4-14B6-B0E322D82D3A}"/>
              </a:ext>
            </a:extLst>
          </p:cNvPr>
          <p:cNvSpPr/>
          <p:nvPr/>
        </p:nvSpPr>
        <p:spPr>
          <a:xfrm>
            <a:off x="7326904" y="184736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23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82F95FA-35D9-AAAE-D6E4-2CB2A7287C81}"/>
              </a:ext>
            </a:extLst>
          </p:cNvPr>
          <p:cNvSpPr/>
          <p:nvPr/>
        </p:nvSpPr>
        <p:spPr>
          <a:xfrm>
            <a:off x="7326904" y="256259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19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6B37564-D1AB-7BF9-7A07-829F3B047058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5653683" y="1509311"/>
            <a:ext cx="4253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0C8C2C6-533F-6D20-2900-61201C06D83C}"/>
              </a:ext>
            </a:extLst>
          </p:cNvPr>
          <p:cNvCxnSpPr>
            <a:cxnSpLocks/>
            <a:stCxn id="12" idx="4"/>
            <a:endCxn id="10" idx="0"/>
          </p:cNvCxnSpPr>
          <p:nvPr/>
        </p:nvCxnSpPr>
        <p:spPr>
          <a:xfrm>
            <a:off x="5509683" y="1653311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65EDE34-89B5-5DCA-B70F-35E6DE2473E4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>
            <a:off x="5509683" y="2355500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58D6032-99C6-CE28-5129-EE6C9B24254E}"/>
              </a:ext>
            </a:extLst>
          </p:cNvPr>
          <p:cNvCxnSpPr>
            <a:cxnSpLocks/>
          </p:cNvCxnSpPr>
          <p:nvPr/>
        </p:nvCxnSpPr>
        <p:spPr>
          <a:xfrm>
            <a:off x="5509683" y="3057689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46DD4F75-D3C1-6671-CD43-3200DB48861D}"/>
              </a:ext>
            </a:extLst>
          </p:cNvPr>
          <p:cNvCxnSpPr>
            <a:cxnSpLocks/>
          </p:cNvCxnSpPr>
          <p:nvPr/>
        </p:nvCxnSpPr>
        <p:spPr>
          <a:xfrm>
            <a:off x="5509683" y="3759878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85418714-A729-30F6-FACC-BAF7FBF60D50}"/>
              </a:ext>
            </a:extLst>
          </p:cNvPr>
          <p:cNvCxnSpPr>
            <a:cxnSpLocks/>
            <a:stCxn id="11" idx="0"/>
            <a:endCxn id="13" idx="4"/>
          </p:cNvCxnSpPr>
          <p:nvPr/>
        </p:nvCxnSpPr>
        <p:spPr>
          <a:xfrm flipV="1">
            <a:off x="6223000" y="1653311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E08706F4-CA53-5099-4BB5-F726684A83D4}"/>
              </a:ext>
            </a:extLst>
          </p:cNvPr>
          <p:cNvCxnSpPr>
            <a:cxnSpLocks/>
            <a:stCxn id="14" idx="1"/>
            <a:endCxn id="13" idx="5"/>
          </p:cNvCxnSpPr>
          <p:nvPr/>
        </p:nvCxnSpPr>
        <p:spPr>
          <a:xfrm flipH="1" flipV="1">
            <a:off x="6324823" y="1611134"/>
            <a:ext cx="435454" cy="2784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6A381DF-F549-BD76-57CB-A9D324FA2E5F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7006100" y="1991360"/>
            <a:ext cx="320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D9A7E910-8500-6803-AA37-DE8FCA5DC9D7}"/>
              </a:ext>
            </a:extLst>
          </p:cNvPr>
          <p:cNvCxnSpPr>
            <a:cxnSpLocks/>
            <a:stCxn id="14" idx="5"/>
            <a:endCxn id="16" idx="1"/>
          </p:cNvCxnSpPr>
          <p:nvPr/>
        </p:nvCxnSpPr>
        <p:spPr>
          <a:xfrm>
            <a:off x="6963923" y="2093183"/>
            <a:ext cx="405158" cy="51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F8141244-D23F-74CC-0601-94C12E529AAC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7470904" y="2135360"/>
            <a:ext cx="0" cy="427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D69C947E-5A2B-4173-2ACE-7A4F479A15E3}"/>
              </a:ext>
            </a:extLst>
          </p:cNvPr>
          <p:cNvCxnSpPr>
            <a:cxnSpLocks/>
            <a:stCxn id="16" idx="2"/>
            <a:endCxn id="9" idx="6"/>
          </p:cNvCxnSpPr>
          <p:nvPr/>
        </p:nvCxnSpPr>
        <p:spPr>
          <a:xfrm flipH="1">
            <a:off x="7012450" y="2706594"/>
            <a:ext cx="314454" cy="3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F7D2B7D-3B47-58DA-D3A1-BC60FD9D0FDB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6862100" y="2135360"/>
            <a:ext cx="6350" cy="430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B23AD99A-0982-0570-22AF-EECC34F23776}"/>
              </a:ext>
            </a:extLst>
          </p:cNvPr>
          <p:cNvCxnSpPr>
            <a:cxnSpLocks/>
            <a:stCxn id="11" idx="6"/>
            <a:endCxn id="14" idx="3"/>
          </p:cNvCxnSpPr>
          <p:nvPr/>
        </p:nvCxnSpPr>
        <p:spPr>
          <a:xfrm flipV="1">
            <a:off x="6367000" y="2093183"/>
            <a:ext cx="393277" cy="11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5D5F1F76-91B3-8EA9-5EEB-5D0132DE019A}"/>
              </a:ext>
            </a:extLst>
          </p:cNvPr>
          <p:cNvCxnSpPr>
            <a:cxnSpLocks/>
            <a:stCxn id="9" idx="1"/>
            <a:endCxn id="11" idx="5"/>
          </p:cNvCxnSpPr>
          <p:nvPr/>
        </p:nvCxnSpPr>
        <p:spPr>
          <a:xfrm flipH="1" flipV="1">
            <a:off x="6324823" y="2313323"/>
            <a:ext cx="441804" cy="295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A7155FEE-3F75-CF48-155D-89BCD29C5AFD}"/>
              </a:ext>
            </a:extLst>
          </p:cNvPr>
          <p:cNvCxnSpPr>
            <a:cxnSpLocks/>
            <a:stCxn id="9" idx="2"/>
            <a:endCxn id="10" idx="5"/>
          </p:cNvCxnSpPr>
          <p:nvPr/>
        </p:nvCxnSpPr>
        <p:spPr>
          <a:xfrm flipH="1" flipV="1">
            <a:off x="5611506" y="2313323"/>
            <a:ext cx="1112944" cy="396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9F5D842E-E3B1-94ED-BCA3-A92FBFAD614E}"/>
              </a:ext>
            </a:extLst>
          </p:cNvPr>
          <p:cNvCxnSpPr>
            <a:cxnSpLocks/>
            <a:stCxn id="9" idx="3"/>
            <a:endCxn id="8" idx="6"/>
          </p:cNvCxnSpPr>
          <p:nvPr/>
        </p:nvCxnSpPr>
        <p:spPr>
          <a:xfrm flipH="1">
            <a:off x="5653683" y="2812022"/>
            <a:ext cx="1112944" cy="10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A58A15F6-C34E-FEE6-2A93-BBB1720904E6}"/>
              </a:ext>
            </a:extLst>
          </p:cNvPr>
          <p:cNvCxnSpPr>
            <a:cxnSpLocks/>
            <a:stCxn id="9" idx="4"/>
            <a:endCxn id="7" idx="6"/>
          </p:cNvCxnSpPr>
          <p:nvPr/>
        </p:nvCxnSpPr>
        <p:spPr>
          <a:xfrm flipH="1">
            <a:off x="6384000" y="2854199"/>
            <a:ext cx="484450" cy="347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4E932932-475D-AE72-ADE3-0D9516B3FBCD}"/>
              </a:ext>
            </a:extLst>
          </p:cNvPr>
          <p:cNvCxnSpPr>
            <a:cxnSpLocks/>
            <a:stCxn id="8" idx="5"/>
            <a:endCxn id="7" idx="2"/>
          </p:cNvCxnSpPr>
          <p:nvPr/>
        </p:nvCxnSpPr>
        <p:spPr>
          <a:xfrm>
            <a:off x="5611506" y="3015512"/>
            <a:ext cx="484494" cy="186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57755144-3D70-1AEC-B789-ED4DE01619EF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5653683" y="3303512"/>
            <a:ext cx="484494" cy="312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34E4DB9E-AF30-7A3B-1AAC-F2009D71342E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653683" y="2211500"/>
            <a:ext cx="4253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94832601-E445-10BB-7B59-F9994F82ACA3}"/>
              </a:ext>
            </a:extLst>
          </p:cNvPr>
          <p:cNvCxnSpPr>
            <a:cxnSpLocks/>
            <a:stCxn id="12" idx="5"/>
            <a:endCxn id="11" idx="1"/>
          </p:cNvCxnSpPr>
          <p:nvPr/>
        </p:nvCxnSpPr>
        <p:spPr>
          <a:xfrm>
            <a:off x="5611506" y="1611134"/>
            <a:ext cx="509671" cy="498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3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54718-BE42-C49F-EC39-39C9BBBC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BF13947-5FD1-B6B6-10EB-11DBDFF71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26" b="98678" l="9735" r="89971">
                        <a14:foregroundMark x1="43953" y1="4626" x2="43953" y2="4626"/>
                        <a14:foregroundMark x1="36873" y1="94053" x2="36873" y2="94053"/>
                        <a14:foregroundMark x1="40560" y1="98678" x2="40560" y2="98678"/>
                        <a14:foregroundMark x1="32448" y1="21806" x2="32448" y2="21806"/>
                        <a14:foregroundMark x1="33333" y1="27313" x2="33333" y2="273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717" y="1052234"/>
            <a:ext cx="5256106" cy="35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E2FBAB1A-CBAE-229A-0A75-5C56B7222397}"/>
              </a:ext>
            </a:extLst>
          </p:cNvPr>
          <p:cNvSpPr/>
          <p:nvPr/>
        </p:nvSpPr>
        <p:spPr>
          <a:xfrm>
            <a:off x="5365683" y="3471878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4C9C912-FD43-D1F6-0DF9-971E6D0F48BF}"/>
              </a:ext>
            </a:extLst>
          </p:cNvPr>
          <p:cNvSpPr/>
          <p:nvPr/>
        </p:nvSpPr>
        <p:spPr>
          <a:xfrm>
            <a:off x="5365683" y="4174067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D15974-7B54-38A2-195E-3B2F1BCB5622}"/>
              </a:ext>
            </a:extLst>
          </p:cNvPr>
          <p:cNvSpPr/>
          <p:nvPr/>
        </p:nvSpPr>
        <p:spPr>
          <a:xfrm>
            <a:off x="6096000" y="305768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D3A1A44-1581-8297-E41F-FFF8DB4220BC}"/>
              </a:ext>
            </a:extLst>
          </p:cNvPr>
          <p:cNvSpPr/>
          <p:nvPr/>
        </p:nvSpPr>
        <p:spPr>
          <a:xfrm>
            <a:off x="5365683" y="276968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357D07C-AB9C-1A5B-7642-4106703F51EB}"/>
              </a:ext>
            </a:extLst>
          </p:cNvPr>
          <p:cNvSpPr/>
          <p:nvPr/>
        </p:nvSpPr>
        <p:spPr>
          <a:xfrm>
            <a:off x="6724450" y="2566199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88DE25E-2A09-44C1-4826-7D06002E5B04}"/>
              </a:ext>
            </a:extLst>
          </p:cNvPr>
          <p:cNvSpPr/>
          <p:nvPr/>
        </p:nvSpPr>
        <p:spPr>
          <a:xfrm>
            <a:off x="5365683" y="20675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96EC118-6A43-9A38-AAA3-3CE66AC9F7BF}"/>
              </a:ext>
            </a:extLst>
          </p:cNvPr>
          <p:cNvSpPr/>
          <p:nvPr/>
        </p:nvSpPr>
        <p:spPr>
          <a:xfrm>
            <a:off x="6079000" y="206750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7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0148DAE-784C-0018-B66F-EADE86EC495D}"/>
              </a:ext>
            </a:extLst>
          </p:cNvPr>
          <p:cNvSpPr/>
          <p:nvPr/>
        </p:nvSpPr>
        <p:spPr>
          <a:xfrm>
            <a:off x="5365683" y="136531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10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40A3480-BF15-C432-D53A-C9A20564B38F}"/>
              </a:ext>
            </a:extLst>
          </p:cNvPr>
          <p:cNvSpPr/>
          <p:nvPr/>
        </p:nvSpPr>
        <p:spPr>
          <a:xfrm>
            <a:off x="6079000" y="1365311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11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C696B50-3F20-1E94-CFFE-70756ACAF425}"/>
              </a:ext>
            </a:extLst>
          </p:cNvPr>
          <p:cNvSpPr/>
          <p:nvPr/>
        </p:nvSpPr>
        <p:spPr>
          <a:xfrm>
            <a:off x="6718100" y="184736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D5AC0EF-0680-28F2-2A15-A4DACAD85F49}"/>
              </a:ext>
            </a:extLst>
          </p:cNvPr>
          <p:cNvSpPr/>
          <p:nvPr/>
        </p:nvSpPr>
        <p:spPr>
          <a:xfrm>
            <a:off x="7326904" y="1847360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9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3412EFC-86DA-3884-8874-4B7ECDF6BBFA}"/>
              </a:ext>
            </a:extLst>
          </p:cNvPr>
          <p:cNvSpPr/>
          <p:nvPr/>
        </p:nvSpPr>
        <p:spPr>
          <a:xfrm>
            <a:off x="7326904" y="2562594"/>
            <a:ext cx="288000" cy="28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000" b="1" dirty="0">
                <a:solidFill>
                  <a:sysClr val="windowText" lastClr="000000"/>
                </a:solidFill>
              </a:rPr>
              <a:t>5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1601710-0818-5C79-7114-466FFF34DA38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5653683" y="1509311"/>
            <a:ext cx="4253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00B2478D-038B-EB3F-EC21-E0E7E0A768B5}"/>
              </a:ext>
            </a:extLst>
          </p:cNvPr>
          <p:cNvCxnSpPr>
            <a:cxnSpLocks/>
            <a:stCxn id="12" idx="4"/>
            <a:endCxn id="10" idx="0"/>
          </p:cNvCxnSpPr>
          <p:nvPr/>
        </p:nvCxnSpPr>
        <p:spPr>
          <a:xfrm>
            <a:off x="5509683" y="1653311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6826148-8369-BC24-EDAC-EB671114ADF9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>
            <a:off x="5509683" y="2355500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1707696-B190-127F-A577-584C5D0AA4B1}"/>
              </a:ext>
            </a:extLst>
          </p:cNvPr>
          <p:cNvCxnSpPr>
            <a:cxnSpLocks/>
          </p:cNvCxnSpPr>
          <p:nvPr/>
        </p:nvCxnSpPr>
        <p:spPr>
          <a:xfrm>
            <a:off x="5509683" y="3057689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2B1C88DB-E535-6489-4173-EDB2C40A902C}"/>
              </a:ext>
            </a:extLst>
          </p:cNvPr>
          <p:cNvCxnSpPr>
            <a:cxnSpLocks/>
          </p:cNvCxnSpPr>
          <p:nvPr/>
        </p:nvCxnSpPr>
        <p:spPr>
          <a:xfrm>
            <a:off x="5509683" y="3759878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42072F3-E1FB-676F-683C-143FD1D135C8}"/>
              </a:ext>
            </a:extLst>
          </p:cNvPr>
          <p:cNvCxnSpPr>
            <a:cxnSpLocks/>
            <a:stCxn id="11" idx="0"/>
            <a:endCxn id="13" idx="4"/>
          </p:cNvCxnSpPr>
          <p:nvPr/>
        </p:nvCxnSpPr>
        <p:spPr>
          <a:xfrm flipV="1">
            <a:off x="6223000" y="1653311"/>
            <a:ext cx="0" cy="414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155A4BC-D76B-C2C2-4181-4C708F7FC267}"/>
              </a:ext>
            </a:extLst>
          </p:cNvPr>
          <p:cNvCxnSpPr>
            <a:cxnSpLocks/>
            <a:stCxn id="14" idx="1"/>
            <a:endCxn id="13" idx="5"/>
          </p:cNvCxnSpPr>
          <p:nvPr/>
        </p:nvCxnSpPr>
        <p:spPr>
          <a:xfrm flipH="1" flipV="1">
            <a:off x="6324823" y="1611134"/>
            <a:ext cx="435454" cy="2784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EC43ECEE-C1FF-FF7D-9D45-024A7ECFEE15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7006100" y="1991360"/>
            <a:ext cx="320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BDF6387-1C28-D653-6793-F9573B968594}"/>
              </a:ext>
            </a:extLst>
          </p:cNvPr>
          <p:cNvCxnSpPr>
            <a:cxnSpLocks/>
            <a:stCxn id="14" idx="5"/>
            <a:endCxn id="16" idx="1"/>
          </p:cNvCxnSpPr>
          <p:nvPr/>
        </p:nvCxnSpPr>
        <p:spPr>
          <a:xfrm>
            <a:off x="6963923" y="2093183"/>
            <a:ext cx="405158" cy="51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9DA34EA-009E-E59A-9767-0186700D5249}"/>
              </a:ext>
            </a:extLst>
          </p:cNvPr>
          <p:cNvCxnSpPr>
            <a:cxnSpLocks/>
            <a:stCxn id="15" idx="4"/>
            <a:endCxn id="16" idx="0"/>
          </p:cNvCxnSpPr>
          <p:nvPr/>
        </p:nvCxnSpPr>
        <p:spPr>
          <a:xfrm>
            <a:off x="7470904" y="2135360"/>
            <a:ext cx="0" cy="427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0BA67FF4-F778-D3F7-FD2D-3C3EE2D9092C}"/>
              </a:ext>
            </a:extLst>
          </p:cNvPr>
          <p:cNvCxnSpPr>
            <a:cxnSpLocks/>
            <a:stCxn id="16" idx="2"/>
            <a:endCxn id="9" idx="6"/>
          </p:cNvCxnSpPr>
          <p:nvPr/>
        </p:nvCxnSpPr>
        <p:spPr>
          <a:xfrm flipH="1">
            <a:off x="7012450" y="2706594"/>
            <a:ext cx="314454" cy="3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E8610242-7FE1-165A-46BB-4A7E9EAAA437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6862100" y="2135360"/>
            <a:ext cx="6350" cy="430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16636086-FF8A-029D-4413-8D97C0FD54E6}"/>
              </a:ext>
            </a:extLst>
          </p:cNvPr>
          <p:cNvCxnSpPr>
            <a:cxnSpLocks/>
            <a:stCxn id="11" idx="6"/>
            <a:endCxn id="14" idx="3"/>
          </p:cNvCxnSpPr>
          <p:nvPr/>
        </p:nvCxnSpPr>
        <p:spPr>
          <a:xfrm flipV="1">
            <a:off x="6367000" y="2093183"/>
            <a:ext cx="393277" cy="1183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634B12EC-8494-C9F9-AB65-04DCE0C3F70B}"/>
              </a:ext>
            </a:extLst>
          </p:cNvPr>
          <p:cNvCxnSpPr>
            <a:cxnSpLocks/>
            <a:stCxn id="9" idx="1"/>
            <a:endCxn id="11" idx="5"/>
          </p:cNvCxnSpPr>
          <p:nvPr/>
        </p:nvCxnSpPr>
        <p:spPr>
          <a:xfrm flipH="1" flipV="1">
            <a:off x="6324823" y="2313323"/>
            <a:ext cx="441804" cy="2950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7BC43D53-DE0C-910B-5FF9-9F6F0639102B}"/>
              </a:ext>
            </a:extLst>
          </p:cNvPr>
          <p:cNvCxnSpPr>
            <a:cxnSpLocks/>
            <a:stCxn id="9" idx="2"/>
            <a:endCxn id="10" idx="5"/>
          </p:cNvCxnSpPr>
          <p:nvPr/>
        </p:nvCxnSpPr>
        <p:spPr>
          <a:xfrm flipH="1" flipV="1">
            <a:off x="5611506" y="2313323"/>
            <a:ext cx="1112944" cy="396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10C11552-3E2B-B301-EE51-7C7A1F0A22D8}"/>
              </a:ext>
            </a:extLst>
          </p:cNvPr>
          <p:cNvCxnSpPr>
            <a:cxnSpLocks/>
            <a:stCxn id="9" idx="3"/>
            <a:endCxn id="8" idx="6"/>
          </p:cNvCxnSpPr>
          <p:nvPr/>
        </p:nvCxnSpPr>
        <p:spPr>
          <a:xfrm flipH="1">
            <a:off x="5653683" y="2812022"/>
            <a:ext cx="1112944" cy="10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A64B5187-F519-81F5-E263-7B444072AAB5}"/>
              </a:ext>
            </a:extLst>
          </p:cNvPr>
          <p:cNvCxnSpPr>
            <a:cxnSpLocks/>
            <a:stCxn id="9" idx="4"/>
            <a:endCxn id="7" idx="6"/>
          </p:cNvCxnSpPr>
          <p:nvPr/>
        </p:nvCxnSpPr>
        <p:spPr>
          <a:xfrm flipH="1">
            <a:off x="6384000" y="2854199"/>
            <a:ext cx="484450" cy="3474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C02609ED-862D-E944-0182-3516B341C484}"/>
              </a:ext>
            </a:extLst>
          </p:cNvPr>
          <p:cNvCxnSpPr>
            <a:cxnSpLocks/>
            <a:stCxn id="8" idx="5"/>
            <a:endCxn id="7" idx="2"/>
          </p:cNvCxnSpPr>
          <p:nvPr/>
        </p:nvCxnSpPr>
        <p:spPr>
          <a:xfrm>
            <a:off x="5611506" y="3015512"/>
            <a:ext cx="484494" cy="186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4C6DC441-B807-9939-B8B3-7D3EBD700342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5653683" y="3303512"/>
            <a:ext cx="484494" cy="312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51AE76A0-875A-5CCA-C0D0-C7E931792C9A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653683" y="2211500"/>
            <a:ext cx="4253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7FBC0893-00E0-E60E-ADDB-08F16E8F1B52}"/>
              </a:ext>
            </a:extLst>
          </p:cNvPr>
          <p:cNvCxnSpPr>
            <a:cxnSpLocks/>
            <a:stCxn id="12" idx="5"/>
            <a:endCxn id="11" idx="1"/>
          </p:cNvCxnSpPr>
          <p:nvPr/>
        </p:nvCxnSpPr>
        <p:spPr>
          <a:xfrm>
            <a:off x="5611506" y="1611134"/>
            <a:ext cx="509671" cy="498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5395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Grand écran</PresentationFormat>
  <Paragraphs>48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Pessoles</dc:creator>
  <cp:lastModifiedBy>Xavier Pessoles</cp:lastModifiedBy>
  <cp:revision>3</cp:revision>
  <dcterms:created xsi:type="dcterms:W3CDTF">2026-04-20T14:32:51Z</dcterms:created>
  <dcterms:modified xsi:type="dcterms:W3CDTF">2026-04-21T18:26:36Z</dcterms:modified>
</cp:coreProperties>
</file>