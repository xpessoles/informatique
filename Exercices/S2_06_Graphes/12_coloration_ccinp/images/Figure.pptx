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25" d="100"/>
          <a:sy n="125" d="100"/>
        </p:scale>
        <p:origin x="-1360" y="-1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6325F-12EA-32B2-C77B-B6A256D29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F60E457-083C-4F6E-EB86-D5C765559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48E2B3-DCA7-A15F-E5F4-C726A52F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BEB2B8-A752-6610-0065-EAB29784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E3CA6F-E67F-5EBB-1DB4-F5E16867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552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3F9BB-F7CD-718A-6009-5D620E09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17A03F-F3C5-F109-B502-A88A4DEF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BBAA7F-9B34-9DF7-EB0D-BAA799EA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346831-1A61-71A5-BD48-E2D71DB4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2DB512-BF5C-4D1F-033C-C1E21CC3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028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D7DCC2-9224-37AB-CF67-0BD15F6A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45A906-4CB0-2979-ED53-4509C7477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672320-7269-F626-6E6D-7770FB66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780A63-C2F5-D88A-2EBB-EB472A06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CA9EE1-8B2B-93C4-3DDE-EC207486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59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3EE96-B6CB-FC86-3A45-F7A73C23A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EA5072-30E6-443E-198D-5471121F1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27B9EA-8677-2C61-3500-E6C6C4AC8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DBE906-78AA-E659-AE97-F63523B8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F4A20A-BFC1-939B-389F-54818BDE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DC4C4A-2F57-961C-7DB9-BD4A9A6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5261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3FE8E9-9309-1F05-B8D7-59EE3224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1A063E-82B1-171B-C892-DBF0DCC76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2362F2-EA50-D0D8-D649-9665BB4A1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02A828-2BEF-143B-A107-E4913255C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E1EAD3B-9086-29AF-C3D0-F6A709118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EF6877D-E0B8-7CB7-742C-3CFD166E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DEB362E-3BBC-D46B-5933-5E0102B4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8FBD784-1DF1-CD54-A381-9552E4F0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8303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0A115-9CE9-83A6-295A-14C1CFAE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DE4EF3E-FC32-0F58-ACF6-B60F0C50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2B34650-EF1F-4601-10BD-F6C232CC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99C527-D2B7-8EB1-A879-A953F385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75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D31FA62-B07E-796C-8CA6-C3FF881CB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A091C9-9272-47B0-D537-9E5FF5DE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57CC85-3731-699A-4A21-CF3C3F0E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12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222EC-5132-6A75-8F0A-DE16E832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700B99-1980-56A0-42A8-D2DB9317D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61F6B7-BF90-F408-E9EB-54881AFC7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7A252C-7495-B574-6B99-E12D69AA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6C5AFB-FAAC-D316-ED7C-D5FB6FBC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AFFA45-81BE-133D-34EF-62032574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92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692F2A-BB37-572C-2AD0-4867C760C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85535C-D8E7-C009-BCB5-0821BC6E5A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E4BF8F-EE2D-27C3-1E78-D9D9E306A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E24A75-4C68-6873-FC02-A2603F3C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98F7E3-606D-2344-1D5F-8B1507BD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74B11A-7F44-C3B3-85EE-421FD813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78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30EE49-E5D0-CD2B-DF42-D0FD42AA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D06644-C5C8-EB32-03A5-853069DCE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B914B5-E2AC-7170-153F-98C7FB42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0692BE-E91C-BB41-97AA-6D0B0B51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53A161-4CA1-EFB8-ED44-80E3E8D9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809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30B4053-8E61-6CF5-E9F8-469C0F40C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05306B2-E3F6-4366-E4D1-1D4FD9C0E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C5A028-5DE2-0E2F-78C0-802CC4D2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E1F170-8666-194D-DFD0-2250B53F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07D9AE-5CA3-6FFD-35D8-6BD9B134C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637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F215E5-F67D-3165-D939-A7E607643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C0B9A6-F0CB-D00C-8B9E-4B17E1EF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8DC496-0491-B22B-BDD0-2EC15E72C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89744-DDE4-4C6A-88EC-08074A1DADD4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83355D-F534-4C25-30ED-A888477E4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56E47A-1337-D76A-C650-D1426A5AB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91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3247B14-B041-DE71-DBB9-1AC19199E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64" y="1896869"/>
            <a:ext cx="2511557" cy="1618491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DD3D1EDC-3991-574E-EE1B-E85447B035E6}"/>
              </a:ext>
            </a:extLst>
          </p:cNvPr>
          <p:cNvSpPr/>
          <p:nvPr/>
        </p:nvSpPr>
        <p:spPr>
          <a:xfrm>
            <a:off x="4114800" y="2627375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16E6A34-4B8A-785E-CB8F-7BA93384D77D}"/>
              </a:ext>
            </a:extLst>
          </p:cNvPr>
          <p:cNvSpPr/>
          <p:nvPr/>
        </p:nvSpPr>
        <p:spPr>
          <a:xfrm>
            <a:off x="4683760" y="2627375"/>
            <a:ext cx="264160" cy="264160"/>
          </a:xfrm>
          <a:prstGeom prst="ellipse">
            <a:avLst/>
          </a:prstGeom>
          <a:solidFill>
            <a:srgbClr val="FFBDB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B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7379F9E-7932-913B-DA96-44E1D0A9039D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4378960" y="2759455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A17E3FA6-A387-BA2E-2F43-A1F13CC01424}"/>
              </a:ext>
            </a:extLst>
          </p:cNvPr>
          <p:cNvSpPr/>
          <p:nvPr/>
        </p:nvSpPr>
        <p:spPr>
          <a:xfrm>
            <a:off x="4683760" y="2089910"/>
            <a:ext cx="264160" cy="26416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64527E0-C9DA-96C9-0180-C344D88645E4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>
            <a:off x="481584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4BAF87B5-6BE7-B525-DA82-271C77A2A077}"/>
              </a:ext>
            </a:extLst>
          </p:cNvPr>
          <p:cNvSpPr/>
          <p:nvPr/>
        </p:nvSpPr>
        <p:spPr>
          <a:xfrm>
            <a:off x="4114800" y="2089910"/>
            <a:ext cx="264160" cy="2641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D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C08E3468-DCD5-55F9-412B-827D2339629C}"/>
              </a:ext>
            </a:extLst>
          </p:cNvPr>
          <p:cNvCxnSpPr>
            <a:cxnSpLocks/>
            <a:stCxn id="14" idx="6"/>
            <a:endCxn id="10" idx="2"/>
          </p:cNvCxnSpPr>
          <p:nvPr/>
        </p:nvCxnSpPr>
        <p:spPr>
          <a:xfrm>
            <a:off x="4378960" y="222199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39ABD7F-B1FA-F1DE-1A05-E066A34F8A53}"/>
              </a:ext>
            </a:extLst>
          </p:cNvPr>
          <p:cNvCxnSpPr>
            <a:cxnSpLocks/>
            <a:stCxn id="14" idx="4"/>
            <a:endCxn id="6" idx="0"/>
          </p:cNvCxnSpPr>
          <p:nvPr/>
        </p:nvCxnSpPr>
        <p:spPr>
          <a:xfrm>
            <a:off x="424688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lipse 24">
            <a:extLst>
              <a:ext uri="{FF2B5EF4-FFF2-40B4-BE49-F238E27FC236}">
                <a16:creationId xmlns:a16="http://schemas.microsoft.com/office/drawing/2014/main" id="{412F5AC7-1FDF-8801-174F-94B63272A7CB}"/>
              </a:ext>
            </a:extLst>
          </p:cNvPr>
          <p:cNvSpPr/>
          <p:nvPr/>
        </p:nvSpPr>
        <p:spPr>
          <a:xfrm>
            <a:off x="4683760" y="3164840"/>
            <a:ext cx="264160" cy="2641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BD45787-B763-826D-21A5-DB39F0DF7C8F}"/>
              </a:ext>
            </a:extLst>
          </p:cNvPr>
          <p:cNvSpPr/>
          <p:nvPr/>
        </p:nvSpPr>
        <p:spPr>
          <a:xfrm>
            <a:off x="4114800" y="3164840"/>
            <a:ext cx="264160" cy="264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F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F8E63E1C-4C5B-6A95-6443-8948D715CEC5}"/>
              </a:ext>
            </a:extLst>
          </p:cNvPr>
          <p:cNvCxnSpPr>
            <a:cxnSpLocks/>
            <a:stCxn id="27" idx="6"/>
            <a:endCxn id="25" idx="2"/>
          </p:cNvCxnSpPr>
          <p:nvPr/>
        </p:nvCxnSpPr>
        <p:spPr>
          <a:xfrm>
            <a:off x="4378960" y="329692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0DC2BEA4-12D4-6889-0740-2319CDB2558E}"/>
              </a:ext>
            </a:extLst>
          </p:cNvPr>
          <p:cNvCxnSpPr>
            <a:cxnSpLocks/>
            <a:stCxn id="6" idx="4"/>
            <a:endCxn id="27" idx="0"/>
          </p:cNvCxnSpPr>
          <p:nvPr/>
        </p:nvCxnSpPr>
        <p:spPr>
          <a:xfrm>
            <a:off x="424688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194BFC5E-DFA7-6A34-D110-2D71F2FF3E74}"/>
              </a:ext>
            </a:extLst>
          </p:cNvPr>
          <p:cNvCxnSpPr>
            <a:cxnSpLocks/>
            <a:stCxn id="7" idx="4"/>
            <a:endCxn id="25" idx="0"/>
          </p:cNvCxnSpPr>
          <p:nvPr/>
        </p:nvCxnSpPr>
        <p:spPr>
          <a:xfrm>
            <a:off x="481584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llipse 35">
            <a:extLst>
              <a:ext uri="{FF2B5EF4-FFF2-40B4-BE49-F238E27FC236}">
                <a16:creationId xmlns:a16="http://schemas.microsoft.com/office/drawing/2014/main" id="{13273283-1B1C-25F8-D658-1F086C558D16}"/>
              </a:ext>
            </a:extLst>
          </p:cNvPr>
          <p:cNvSpPr/>
          <p:nvPr/>
        </p:nvSpPr>
        <p:spPr>
          <a:xfrm>
            <a:off x="5455920" y="2627375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974716D9-CC94-5611-0851-1BA4C765F72B}"/>
              </a:ext>
            </a:extLst>
          </p:cNvPr>
          <p:cNvSpPr/>
          <p:nvPr/>
        </p:nvSpPr>
        <p:spPr>
          <a:xfrm>
            <a:off x="6024880" y="2627375"/>
            <a:ext cx="264160" cy="264160"/>
          </a:xfrm>
          <a:prstGeom prst="ellipse">
            <a:avLst/>
          </a:prstGeom>
          <a:solidFill>
            <a:srgbClr val="FFBDB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B</a:t>
            </a: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8F27636D-5777-210B-5AAF-B609B29DAA32}"/>
              </a:ext>
            </a:extLst>
          </p:cNvPr>
          <p:cNvCxnSpPr>
            <a:stCxn id="36" idx="6"/>
            <a:endCxn id="37" idx="2"/>
          </p:cNvCxnSpPr>
          <p:nvPr/>
        </p:nvCxnSpPr>
        <p:spPr>
          <a:xfrm>
            <a:off x="5720080" y="2759455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8FCD7CD2-A378-8C52-4B37-3C66717BCF35}"/>
              </a:ext>
            </a:extLst>
          </p:cNvPr>
          <p:cNvSpPr/>
          <p:nvPr/>
        </p:nvSpPr>
        <p:spPr>
          <a:xfrm>
            <a:off x="6024880" y="2089910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69A52723-2AF4-941F-C6A1-FD55263A7DB4}"/>
              </a:ext>
            </a:extLst>
          </p:cNvPr>
          <p:cNvCxnSpPr>
            <a:cxnSpLocks/>
            <a:stCxn id="39" idx="4"/>
            <a:endCxn id="37" idx="0"/>
          </p:cNvCxnSpPr>
          <p:nvPr/>
        </p:nvCxnSpPr>
        <p:spPr>
          <a:xfrm>
            <a:off x="615696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llipse 40">
            <a:extLst>
              <a:ext uri="{FF2B5EF4-FFF2-40B4-BE49-F238E27FC236}">
                <a16:creationId xmlns:a16="http://schemas.microsoft.com/office/drawing/2014/main" id="{79D84E94-9124-3FDB-D777-D95A8A2415D4}"/>
              </a:ext>
            </a:extLst>
          </p:cNvPr>
          <p:cNvSpPr/>
          <p:nvPr/>
        </p:nvSpPr>
        <p:spPr>
          <a:xfrm>
            <a:off x="5455920" y="2089910"/>
            <a:ext cx="264160" cy="2641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D</a:t>
            </a: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8A4276A1-1A99-C0F6-197D-FA48B6353249}"/>
              </a:ext>
            </a:extLst>
          </p:cNvPr>
          <p:cNvCxnSpPr>
            <a:cxnSpLocks/>
            <a:stCxn id="41" idx="6"/>
            <a:endCxn id="39" idx="2"/>
          </p:cNvCxnSpPr>
          <p:nvPr/>
        </p:nvCxnSpPr>
        <p:spPr>
          <a:xfrm>
            <a:off x="5720080" y="222199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FF601524-D27F-4E09-55E8-9B798F12773E}"/>
              </a:ext>
            </a:extLst>
          </p:cNvPr>
          <p:cNvCxnSpPr>
            <a:cxnSpLocks/>
            <a:stCxn id="41" idx="4"/>
            <a:endCxn id="36" idx="0"/>
          </p:cNvCxnSpPr>
          <p:nvPr/>
        </p:nvCxnSpPr>
        <p:spPr>
          <a:xfrm>
            <a:off x="558800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llipse 43">
            <a:extLst>
              <a:ext uri="{FF2B5EF4-FFF2-40B4-BE49-F238E27FC236}">
                <a16:creationId xmlns:a16="http://schemas.microsoft.com/office/drawing/2014/main" id="{84BB6FE0-F323-AC33-C1C3-A0018FE331E8}"/>
              </a:ext>
            </a:extLst>
          </p:cNvPr>
          <p:cNvSpPr/>
          <p:nvPr/>
        </p:nvSpPr>
        <p:spPr>
          <a:xfrm>
            <a:off x="6024880" y="3164840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E4B31E78-C3EA-8C6A-5DB5-14F48D6431F9}"/>
              </a:ext>
            </a:extLst>
          </p:cNvPr>
          <p:cNvSpPr/>
          <p:nvPr/>
        </p:nvSpPr>
        <p:spPr>
          <a:xfrm>
            <a:off x="5455920" y="3164840"/>
            <a:ext cx="264160" cy="2641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F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F2313BB1-4BC0-43BF-756D-2759CF0BC219}"/>
              </a:ext>
            </a:extLst>
          </p:cNvPr>
          <p:cNvCxnSpPr>
            <a:cxnSpLocks/>
            <a:stCxn id="45" idx="6"/>
            <a:endCxn id="44" idx="2"/>
          </p:cNvCxnSpPr>
          <p:nvPr/>
        </p:nvCxnSpPr>
        <p:spPr>
          <a:xfrm>
            <a:off x="5720080" y="329692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92C7BE71-D768-27E6-8EA9-CEF5282F5460}"/>
              </a:ext>
            </a:extLst>
          </p:cNvPr>
          <p:cNvCxnSpPr>
            <a:cxnSpLocks/>
            <a:stCxn id="36" idx="4"/>
            <a:endCxn id="45" idx="0"/>
          </p:cNvCxnSpPr>
          <p:nvPr/>
        </p:nvCxnSpPr>
        <p:spPr>
          <a:xfrm>
            <a:off x="558800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4E7A100B-039B-44F7-1C74-C71B9A2B7D47}"/>
              </a:ext>
            </a:extLst>
          </p:cNvPr>
          <p:cNvCxnSpPr>
            <a:cxnSpLocks/>
            <a:stCxn id="37" idx="4"/>
            <a:endCxn id="44" idx="0"/>
          </p:cNvCxnSpPr>
          <p:nvPr/>
        </p:nvCxnSpPr>
        <p:spPr>
          <a:xfrm>
            <a:off x="615696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8F9F81C-0DAB-CFAB-33D5-26BD2B97C55A}"/>
              </a:ext>
            </a:extLst>
          </p:cNvPr>
          <p:cNvSpPr/>
          <p:nvPr/>
        </p:nvSpPr>
        <p:spPr>
          <a:xfrm>
            <a:off x="4328160" y="249529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7F4D302-D6AB-B292-D8B3-8052EEB8A440}"/>
              </a:ext>
            </a:extLst>
          </p:cNvPr>
          <p:cNvSpPr/>
          <p:nvPr/>
        </p:nvSpPr>
        <p:spPr>
          <a:xfrm>
            <a:off x="5679440" y="250037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BECAFB-9F53-63A3-FF35-BA6CC0D0F18F}"/>
              </a:ext>
            </a:extLst>
          </p:cNvPr>
          <p:cNvSpPr/>
          <p:nvPr/>
        </p:nvSpPr>
        <p:spPr>
          <a:xfrm>
            <a:off x="4907280" y="250037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7E1D1F-D26A-106E-276A-132EE91C7864}"/>
              </a:ext>
            </a:extLst>
          </p:cNvPr>
          <p:cNvSpPr/>
          <p:nvPr/>
        </p:nvSpPr>
        <p:spPr>
          <a:xfrm>
            <a:off x="6248399" y="249529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D0C348C-A09B-8E43-18F0-C2CBEBE38ED2}"/>
              </a:ext>
            </a:extLst>
          </p:cNvPr>
          <p:cNvSpPr/>
          <p:nvPr/>
        </p:nvSpPr>
        <p:spPr>
          <a:xfrm>
            <a:off x="4319269" y="1948684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06FCF63-3B6B-1863-403D-480D9AF7442D}"/>
              </a:ext>
            </a:extLst>
          </p:cNvPr>
          <p:cNvSpPr/>
          <p:nvPr/>
        </p:nvSpPr>
        <p:spPr>
          <a:xfrm>
            <a:off x="6230618" y="1969512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46E487A-7640-2765-7D54-E0A7923945DE}"/>
              </a:ext>
            </a:extLst>
          </p:cNvPr>
          <p:cNvSpPr/>
          <p:nvPr/>
        </p:nvSpPr>
        <p:spPr>
          <a:xfrm>
            <a:off x="6228080" y="3011933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3B63DD4-38C8-0B4C-0AC2-508432CAC184}"/>
              </a:ext>
            </a:extLst>
          </p:cNvPr>
          <p:cNvSpPr/>
          <p:nvPr/>
        </p:nvSpPr>
        <p:spPr>
          <a:xfrm>
            <a:off x="4918709" y="1987292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ECA958C-3284-11EA-B48F-3690F78FC830}"/>
              </a:ext>
            </a:extLst>
          </p:cNvPr>
          <p:cNvSpPr/>
          <p:nvPr/>
        </p:nvSpPr>
        <p:spPr>
          <a:xfrm>
            <a:off x="5679440" y="1957831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62AACF7-BAC3-B2A9-30BC-E6E85BE94F9A}"/>
              </a:ext>
            </a:extLst>
          </p:cNvPr>
          <p:cNvSpPr/>
          <p:nvPr/>
        </p:nvSpPr>
        <p:spPr>
          <a:xfrm>
            <a:off x="5687059" y="3054097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57AFA96-FAF1-C35B-6DAD-2C80D6173782}"/>
              </a:ext>
            </a:extLst>
          </p:cNvPr>
          <p:cNvSpPr/>
          <p:nvPr/>
        </p:nvSpPr>
        <p:spPr>
          <a:xfrm>
            <a:off x="4914899" y="3054097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BA0D5D-A02C-F9E8-CCB3-25A6E2933C8C}"/>
              </a:ext>
            </a:extLst>
          </p:cNvPr>
          <p:cNvSpPr/>
          <p:nvPr/>
        </p:nvSpPr>
        <p:spPr>
          <a:xfrm>
            <a:off x="4343399" y="3054097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84980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9E93C-44DF-A4D5-B3DB-B7EF2189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CC4D623-EA9A-AFE0-FAD8-54AD23FB8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64" y="1896869"/>
            <a:ext cx="2511557" cy="1618491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65FA54C2-8029-E50D-2EBF-EFF3E9AC1ADF}"/>
              </a:ext>
            </a:extLst>
          </p:cNvPr>
          <p:cNvSpPr/>
          <p:nvPr/>
        </p:nvSpPr>
        <p:spPr>
          <a:xfrm>
            <a:off x="4114800" y="2627375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E1C6EAC-D144-E600-4FD8-D18BA5A0D9A8}"/>
              </a:ext>
            </a:extLst>
          </p:cNvPr>
          <p:cNvSpPr/>
          <p:nvPr/>
        </p:nvSpPr>
        <p:spPr>
          <a:xfrm>
            <a:off x="4683760" y="2627375"/>
            <a:ext cx="264160" cy="264160"/>
          </a:xfrm>
          <a:prstGeom prst="ellipse">
            <a:avLst/>
          </a:prstGeom>
          <a:solidFill>
            <a:srgbClr val="FFBDB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B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7FAEC63-3860-1FA6-E0FC-5926BBA83824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4378960" y="2759455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EEC5B5C7-F496-C842-C1E9-46EFF2378A29}"/>
              </a:ext>
            </a:extLst>
          </p:cNvPr>
          <p:cNvSpPr/>
          <p:nvPr/>
        </p:nvSpPr>
        <p:spPr>
          <a:xfrm>
            <a:off x="4683760" y="2089910"/>
            <a:ext cx="264160" cy="26416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C1984A0-072F-307C-A130-332A2E71DC36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>
            <a:off x="481584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AE444DB7-DF8D-C78F-FD19-ECA2912100A9}"/>
              </a:ext>
            </a:extLst>
          </p:cNvPr>
          <p:cNvSpPr/>
          <p:nvPr/>
        </p:nvSpPr>
        <p:spPr>
          <a:xfrm>
            <a:off x="4114800" y="2089910"/>
            <a:ext cx="264160" cy="2641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D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1D918F0-4C45-EDC7-A4C5-9094566715EC}"/>
              </a:ext>
            </a:extLst>
          </p:cNvPr>
          <p:cNvCxnSpPr>
            <a:cxnSpLocks/>
            <a:stCxn id="14" idx="6"/>
            <a:endCxn id="10" idx="2"/>
          </p:cNvCxnSpPr>
          <p:nvPr/>
        </p:nvCxnSpPr>
        <p:spPr>
          <a:xfrm>
            <a:off x="4378960" y="222199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5E214157-6708-D969-7167-2F9214AB4AC9}"/>
              </a:ext>
            </a:extLst>
          </p:cNvPr>
          <p:cNvCxnSpPr>
            <a:cxnSpLocks/>
            <a:stCxn id="14" idx="4"/>
            <a:endCxn id="6" idx="0"/>
          </p:cNvCxnSpPr>
          <p:nvPr/>
        </p:nvCxnSpPr>
        <p:spPr>
          <a:xfrm>
            <a:off x="424688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lipse 24">
            <a:extLst>
              <a:ext uri="{FF2B5EF4-FFF2-40B4-BE49-F238E27FC236}">
                <a16:creationId xmlns:a16="http://schemas.microsoft.com/office/drawing/2014/main" id="{0FD56393-6E02-D412-DB30-12962B4F2F56}"/>
              </a:ext>
            </a:extLst>
          </p:cNvPr>
          <p:cNvSpPr/>
          <p:nvPr/>
        </p:nvSpPr>
        <p:spPr>
          <a:xfrm>
            <a:off x="4683760" y="3164840"/>
            <a:ext cx="264160" cy="2641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274BFC6B-45CE-B873-0F77-589FC26A1316}"/>
              </a:ext>
            </a:extLst>
          </p:cNvPr>
          <p:cNvSpPr/>
          <p:nvPr/>
        </p:nvSpPr>
        <p:spPr>
          <a:xfrm>
            <a:off x="4114800" y="3164840"/>
            <a:ext cx="264160" cy="264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F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F6F10D64-80F1-FC39-14DB-20FF252AE07B}"/>
              </a:ext>
            </a:extLst>
          </p:cNvPr>
          <p:cNvCxnSpPr>
            <a:cxnSpLocks/>
            <a:stCxn id="27" idx="6"/>
            <a:endCxn id="25" idx="2"/>
          </p:cNvCxnSpPr>
          <p:nvPr/>
        </p:nvCxnSpPr>
        <p:spPr>
          <a:xfrm>
            <a:off x="4378960" y="329692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850C06B9-44F1-DB84-FA2D-90478ADD31F5}"/>
              </a:ext>
            </a:extLst>
          </p:cNvPr>
          <p:cNvCxnSpPr>
            <a:cxnSpLocks/>
            <a:stCxn id="6" idx="4"/>
            <a:endCxn id="27" idx="0"/>
          </p:cNvCxnSpPr>
          <p:nvPr/>
        </p:nvCxnSpPr>
        <p:spPr>
          <a:xfrm>
            <a:off x="424688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C8F4FB4F-E29F-DE14-E1B4-9BEE73A74711}"/>
              </a:ext>
            </a:extLst>
          </p:cNvPr>
          <p:cNvCxnSpPr>
            <a:cxnSpLocks/>
            <a:stCxn id="7" idx="4"/>
            <a:endCxn id="25" idx="0"/>
          </p:cNvCxnSpPr>
          <p:nvPr/>
        </p:nvCxnSpPr>
        <p:spPr>
          <a:xfrm>
            <a:off x="481584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llipse 35">
            <a:extLst>
              <a:ext uri="{FF2B5EF4-FFF2-40B4-BE49-F238E27FC236}">
                <a16:creationId xmlns:a16="http://schemas.microsoft.com/office/drawing/2014/main" id="{3000F53D-EB0B-1D23-C8FE-51D8DAA67A4F}"/>
              </a:ext>
            </a:extLst>
          </p:cNvPr>
          <p:cNvSpPr/>
          <p:nvPr/>
        </p:nvSpPr>
        <p:spPr>
          <a:xfrm>
            <a:off x="5455920" y="2627375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C66B7B3-C958-9408-FA60-CFCBF96E246E}"/>
              </a:ext>
            </a:extLst>
          </p:cNvPr>
          <p:cNvSpPr/>
          <p:nvPr/>
        </p:nvSpPr>
        <p:spPr>
          <a:xfrm>
            <a:off x="6024880" y="2627375"/>
            <a:ext cx="264160" cy="264160"/>
          </a:xfrm>
          <a:prstGeom prst="ellipse">
            <a:avLst/>
          </a:prstGeom>
          <a:solidFill>
            <a:srgbClr val="FFBDB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B</a:t>
            </a: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45A88CBE-71F7-7720-31D8-40E5F7811703}"/>
              </a:ext>
            </a:extLst>
          </p:cNvPr>
          <p:cNvCxnSpPr>
            <a:stCxn id="36" idx="6"/>
            <a:endCxn id="37" idx="2"/>
          </p:cNvCxnSpPr>
          <p:nvPr/>
        </p:nvCxnSpPr>
        <p:spPr>
          <a:xfrm>
            <a:off x="5720080" y="2759455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D9DFD9F9-80AC-9188-4C17-52DBD7870DA4}"/>
              </a:ext>
            </a:extLst>
          </p:cNvPr>
          <p:cNvSpPr/>
          <p:nvPr/>
        </p:nvSpPr>
        <p:spPr>
          <a:xfrm>
            <a:off x="6024880" y="2089910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56E82E1E-4FC8-89AB-BD90-7F7F2F4D5D25}"/>
              </a:ext>
            </a:extLst>
          </p:cNvPr>
          <p:cNvCxnSpPr>
            <a:cxnSpLocks/>
            <a:stCxn id="39" idx="4"/>
            <a:endCxn id="37" idx="0"/>
          </p:cNvCxnSpPr>
          <p:nvPr/>
        </p:nvCxnSpPr>
        <p:spPr>
          <a:xfrm>
            <a:off x="615696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llipse 40">
            <a:extLst>
              <a:ext uri="{FF2B5EF4-FFF2-40B4-BE49-F238E27FC236}">
                <a16:creationId xmlns:a16="http://schemas.microsoft.com/office/drawing/2014/main" id="{E12F03AF-FBB5-E270-F2EB-FACB289A6A59}"/>
              </a:ext>
            </a:extLst>
          </p:cNvPr>
          <p:cNvSpPr/>
          <p:nvPr/>
        </p:nvSpPr>
        <p:spPr>
          <a:xfrm>
            <a:off x="5455920" y="2089910"/>
            <a:ext cx="264160" cy="264160"/>
          </a:xfrm>
          <a:prstGeom prst="ellipse">
            <a:avLst/>
          </a:prstGeom>
          <a:solidFill>
            <a:srgbClr val="FFBDB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D</a:t>
            </a: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512A3086-6BF5-0C72-8BD4-B5FF4D782851}"/>
              </a:ext>
            </a:extLst>
          </p:cNvPr>
          <p:cNvCxnSpPr>
            <a:cxnSpLocks/>
            <a:stCxn id="41" idx="6"/>
            <a:endCxn id="39" idx="2"/>
          </p:cNvCxnSpPr>
          <p:nvPr/>
        </p:nvCxnSpPr>
        <p:spPr>
          <a:xfrm>
            <a:off x="5720080" y="222199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E9A59FB4-B99F-4944-5F6B-5237BD05FF07}"/>
              </a:ext>
            </a:extLst>
          </p:cNvPr>
          <p:cNvCxnSpPr>
            <a:cxnSpLocks/>
            <a:stCxn id="41" idx="4"/>
            <a:endCxn id="36" idx="0"/>
          </p:cNvCxnSpPr>
          <p:nvPr/>
        </p:nvCxnSpPr>
        <p:spPr>
          <a:xfrm>
            <a:off x="558800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llipse 43">
            <a:extLst>
              <a:ext uri="{FF2B5EF4-FFF2-40B4-BE49-F238E27FC236}">
                <a16:creationId xmlns:a16="http://schemas.microsoft.com/office/drawing/2014/main" id="{6F45DFEC-98A7-5723-6C3F-4BA2C1729212}"/>
              </a:ext>
            </a:extLst>
          </p:cNvPr>
          <p:cNvSpPr/>
          <p:nvPr/>
        </p:nvSpPr>
        <p:spPr>
          <a:xfrm>
            <a:off x="6024880" y="3164840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13667986-EB0A-FDC7-8301-A188A57D732A}"/>
              </a:ext>
            </a:extLst>
          </p:cNvPr>
          <p:cNvSpPr/>
          <p:nvPr/>
        </p:nvSpPr>
        <p:spPr>
          <a:xfrm>
            <a:off x="5455920" y="3164840"/>
            <a:ext cx="264160" cy="264160"/>
          </a:xfrm>
          <a:prstGeom prst="ellipse">
            <a:avLst/>
          </a:prstGeom>
          <a:solidFill>
            <a:srgbClr val="FFBDB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F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79AE3395-C926-696D-A805-C7EB0A660371}"/>
              </a:ext>
            </a:extLst>
          </p:cNvPr>
          <p:cNvCxnSpPr>
            <a:cxnSpLocks/>
            <a:stCxn id="45" idx="6"/>
            <a:endCxn id="44" idx="2"/>
          </p:cNvCxnSpPr>
          <p:nvPr/>
        </p:nvCxnSpPr>
        <p:spPr>
          <a:xfrm>
            <a:off x="5720080" y="329692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A0B0A8B5-5571-7942-014E-A3B50DD09488}"/>
              </a:ext>
            </a:extLst>
          </p:cNvPr>
          <p:cNvCxnSpPr>
            <a:cxnSpLocks/>
            <a:stCxn id="36" idx="4"/>
            <a:endCxn id="45" idx="0"/>
          </p:cNvCxnSpPr>
          <p:nvPr/>
        </p:nvCxnSpPr>
        <p:spPr>
          <a:xfrm>
            <a:off x="558800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1EE56B6E-A5A7-B155-B13C-57E0631F42C9}"/>
              </a:ext>
            </a:extLst>
          </p:cNvPr>
          <p:cNvCxnSpPr>
            <a:cxnSpLocks/>
            <a:stCxn id="37" idx="4"/>
            <a:endCxn id="44" idx="0"/>
          </p:cNvCxnSpPr>
          <p:nvPr/>
        </p:nvCxnSpPr>
        <p:spPr>
          <a:xfrm>
            <a:off x="615696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12CFD4C-1647-C0B4-D62F-FC3E638F8C03}"/>
              </a:ext>
            </a:extLst>
          </p:cNvPr>
          <p:cNvSpPr/>
          <p:nvPr/>
        </p:nvSpPr>
        <p:spPr>
          <a:xfrm>
            <a:off x="4328160" y="249529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DFEA1DB-0293-C20D-F8BB-5BDA7705EEE5}"/>
              </a:ext>
            </a:extLst>
          </p:cNvPr>
          <p:cNvSpPr/>
          <p:nvPr/>
        </p:nvSpPr>
        <p:spPr>
          <a:xfrm>
            <a:off x="5679440" y="250037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C2845CF-7D18-1063-F641-692AD8BA2D64}"/>
              </a:ext>
            </a:extLst>
          </p:cNvPr>
          <p:cNvSpPr/>
          <p:nvPr/>
        </p:nvSpPr>
        <p:spPr>
          <a:xfrm>
            <a:off x="4907280" y="250037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F5BBE1E-2F4B-B31C-BFFF-AADAF40239C3}"/>
              </a:ext>
            </a:extLst>
          </p:cNvPr>
          <p:cNvSpPr/>
          <p:nvPr/>
        </p:nvSpPr>
        <p:spPr>
          <a:xfrm>
            <a:off x="6248399" y="249529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DD9450C-5E29-12FC-FCC2-9027F32CA554}"/>
              </a:ext>
            </a:extLst>
          </p:cNvPr>
          <p:cNvSpPr/>
          <p:nvPr/>
        </p:nvSpPr>
        <p:spPr>
          <a:xfrm>
            <a:off x="4319269" y="1948684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C2913F6-C35F-BD20-A19E-24B8FA873EAA}"/>
              </a:ext>
            </a:extLst>
          </p:cNvPr>
          <p:cNvSpPr/>
          <p:nvPr/>
        </p:nvSpPr>
        <p:spPr>
          <a:xfrm>
            <a:off x="6235698" y="1964432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A1FAE7A-ADED-54B1-51F7-FCCBE7447633}"/>
              </a:ext>
            </a:extLst>
          </p:cNvPr>
          <p:cNvSpPr/>
          <p:nvPr/>
        </p:nvSpPr>
        <p:spPr>
          <a:xfrm>
            <a:off x="6228080" y="3011933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AD3980-5B39-40DF-0DBE-10427FF8DCE8}"/>
              </a:ext>
            </a:extLst>
          </p:cNvPr>
          <p:cNvSpPr/>
          <p:nvPr/>
        </p:nvSpPr>
        <p:spPr>
          <a:xfrm>
            <a:off x="4918709" y="1987292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D33F64E-5E23-304C-1051-F421FC5CF082}"/>
              </a:ext>
            </a:extLst>
          </p:cNvPr>
          <p:cNvSpPr/>
          <p:nvPr/>
        </p:nvSpPr>
        <p:spPr>
          <a:xfrm>
            <a:off x="5679440" y="1957831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FFEBEA5-65EC-F1CD-AAE9-9216DBAA8E08}"/>
              </a:ext>
            </a:extLst>
          </p:cNvPr>
          <p:cNvSpPr/>
          <p:nvPr/>
        </p:nvSpPr>
        <p:spPr>
          <a:xfrm>
            <a:off x="5687059" y="3054097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FFC9ACC-3AFF-00C2-3779-85501AF82F6E}"/>
              </a:ext>
            </a:extLst>
          </p:cNvPr>
          <p:cNvSpPr/>
          <p:nvPr/>
        </p:nvSpPr>
        <p:spPr>
          <a:xfrm>
            <a:off x="4914899" y="3054097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AFD0001-64D8-CAAC-4B34-06781BDC9706}"/>
              </a:ext>
            </a:extLst>
          </p:cNvPr>
          <p:cNvSpPr/>
          <p:nvPr/>
        </p:nvSpPr>
        <p:spPr>
          <a:xfrm>
            <a:off x="4343399" y="3054097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16036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Grand écran</PresentationFormat>
  <Paragraphs>48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Pessoles</dc:creator>
  <cp:lastModifiedBy>Xavier Pessoles</cp:lastModifiedBy>
  <cp:revision>2</cp:revision>
  <dcterms:created xsi:type="dcterms:W3CDTF">2026-04-20T14:32:51Z</dcterms:created>
  <dcterms:modified xsi:type="dcterms:W3CDTF">2026-04-22T13:24:43Z</dcterms:modified>
</cp:coreProperties>
</file>