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5" d="100"/>
          <a:sy n="125" d="100"/>
        </p:scale>
        <p:origin x="-824" y="-13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06325F-12EA-32B2-C77B-B6A256D29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F60E457-083C-4F6E-EB86-D5C765559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48E2B3-DCA7-A15F-E5F4-C726A52FE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BEB2B8-A752-6610-0065-EAB297848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E3CA6F-E67F-5EBB-1DB4-F5E168678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5529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53F9BB-F7CD-718A-6009-5D620E09E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17A03F-F3C5-F109-B502-A88A4DEF4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BBAA7F-9B34-9DF7-EB0D-BAA799EA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346831-1A61-71A5-BD48-E2D71DB4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2DB512-BF5C-4D1F-033C-C1E21CC33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2028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D7DCC2-9224-37AB-CF67-0BD15F6AB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45A906-4CB0-2979-ED53-4509C7477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4672320-7269-F626-6E6D-7770FB66F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780A63-C2F5-D88A-2EBB-EB472A06C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CA9EE1-8B2B-93C4-3DDE-EC2074860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1591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B3EE96-B6CB-FC86-3A45-F7A73C23A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EA5072-30E6-443E-198D-5471121F1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927B9EA-8677-2C61-3500-E6C6C4AC84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DBE906-78AA-E659-AE97-F63523B8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FF4A20A-BFC1-939B-389F-54818BDE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DC4C4A-2F57-961C-7DB9-BD4A9A69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5261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3FE8E9-9309-1F05-B8D7-59EE3224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1A063E-82B1-171B-C892-DBF0DCC76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12362F2-EA50-D0D8-D649-9665BB4A1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502A828-2BEF-143B-A107-E4913255C3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E1EAD3B-9086-29AF-C3D0-F6A7091186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F6877D-E0B8-7CB7-742C-3CFD166EE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DEB362E-3BBC-D46B-5933-5E0102B42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8FBD784-1DF1-CD54-A381-9552E4F03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8303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0A115-9CE9-83A6-295A-14C1CFAEE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DE4EF3E-FC32-0F58-ACF6-B60F0C50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2B34650-EF1F-4601-10BD-F6C232CC3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99C527-D2B7-8EB1-A879-A953F385C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9752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D31FA62-B07E-796C-8CA6-C3FF881CB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FA091C9-9272-47B0-D537-9E5FF5DEE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757CC85-3731-699A-4A21-CF3C3F0E8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9120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3222EC-5132-6A75-8F0A-DE16E8321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700B99-1980-56A0-42A8-D2DB9317DD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61F6B7-BF90-F408-E9EB-54881AFC7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C7A252C-7495-B574-6B99-E12D69AA7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E6C5AFB-FAAC-D316-ED7C-D5FB6FBC7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AFFA45-81BE-133D-34EF-62032574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3925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692F2A-BB37-572C-2AD0-4867C760C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385535C-D8E7-C009-BCB5-0821BC6E5A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E4BF8F-EE2D-27C3-1E78-D9D9E306A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6E24A75-4C68-6873-FC02-A2603F3CC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98F7E3-606D-2344-1D5F-8B1507BD8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D74B11A-7F44-C3B3-85EE-421FD813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786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30EE49-E5D0-CD2B-DF42-D0FD42AA4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0D06644-C5C8-EB32-03A5-853069DCED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BB914B5-E2AC-7170-153F-98C7FB425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0692BE-E91C-BB41-97AA-6D0B0B510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53A161-4CA1-EFB8-ED44-80E3E8D94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8099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30B4053-8E61-6CF5-E9F8-469C0F40C1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05306B2-E3F6-4366-E4D1-1D4FD9C0E3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C5A028-5DE2-0E2F-78C0-802CC4D27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E1F170-8666-194D-DFD0-2250B53F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807D9AE-5CA3-6FFD-35D8-6BD9B134C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6371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6F215E5-F67D-3165-D939-A7E607643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C0B9A6-F0CB-D00C-8B9E-4B17E1EF6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DC496-0491-B22B-BDD0-2EC15E72C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989744-DDE4-4C6A-88EC-08074A1DADD4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83355D-F534-4C25-30ED-A888477E4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56E47A-1337-D76A-C650-D1426A5ABD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4CCADD-08BC-4316-B201-0B048B7B1E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4914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3247B14-B041-DE71-DBB9-1AC19199E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464" y="1896869"/>
            <a:ext cx="2511557" cy="1618491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DD3D1EDC-3991-574E-EE1B-E85447B035E6}"/>
              </a:ext>
            </a:extLst>
          </p:cNvPr>
          <p:cNvSpPr/>
          <p:nvPr/>
        </p:nvSpPr>
        <p:spPr>
          <a:xfrm>
            <a:off x="4114800" y="2627375"/>
            <a:ext cx="264160" cy="264160"/>
          </a:xfrm>
          <a:prstGeom prst="ellipse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16E6A34-4B8A-785E-CB8F-7BA93384D77D}"/>
              </a:ext>
            </a:extLst>
          </p:cNvPr>
          <p:cNvSpPr/>
          <p:nvPr/>
        </p:nvSpPr>
        <p:spPr>
          <a:xfrm>
            <a:off x="4683760" y="2627375"/>
            <a:ext cx="264160" cy="264160"/>
          </a:xfrm>
          <a:prstGeom prst="ellipse">
            <a:avLst/>
          </a:prstGeom>
          <a:solidFill>
            <a:srgbClr val="FFBDBD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77379F9E-7932-913B-DA96-44E1D0A9039D}"/>
              </a:ext>
            </a:extLst>
          </p:cNvPr>
          <p:cNvCxnSpPr>
            <a:stCxn id="6" idx="6"/>
            <a:endCxn id="7" idx="2"/>
          </p:cNvCxnSpPr>
          <p:nvPr/>
        </p:nvCxnSpPr>
        <p:spPr>
          <a:xfrm>
            <a:off x="4378960" y="2759455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A17E3FA6-A387-BA2E-2F43-A1F13CC01424}"/>
              </a:ext>
            </a:extLst>
          </p:cNvPr>
          <p:cNvSpPr/>
          <p:nvPr/>
        </p:nvSpPr>
        <p:spPr>
          <a:xfrm>
            <a:off x="4683760" y="2089910"/>
            <a:ext cx="264160" cy="26416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C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A64527E0-C9DA-96C9-0180-C344D88645E4}"/>
              </a:ext>
            </a:extLst>
          </p:cNvPr>
          <p:cNvCxnSpPr>
            <a:cxnSpLocks/>
            <a:stCxn id="10" idx="4"/>
            <a:endCxn id="7" idx="0"/>
          </p:cNvCxnSpPr>
          <p:nvPr/>
        </p:nvCxnSpPr>
        <p:spPr>
          <a:xfrm>
            <a:off x="4815840" y="2354070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Ellipse 13">
            <a:extLst>
              <a:ext uri="{FF2B5EF4-FFF2-40B4-BE49-F238E27FC236}">
                <a16:creationId xmlns:a16="http://schemas.microsoft.com/office/drawing/2014/main" id="{4BAF87B5-6BE7-B525-DA82-271C77A2A077}"/>
              </a:ext>
            </a:extLst>
          </p:cNvPr>
          <p:cNvSpPr/>
          <p:nvPr/>
        </p:nvSpPr>
        <p:spPr>
          <a:xfrm>
            <a:off x="4114800" y="2089910"/>
            <a:ext cx="264160" cy="26416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C08E3468-DCD5-55F9-412B-827D2339629C}"/>
              </a:ext>
            </a:extLst>
          </p:cNvPr>
          <p:cNvCxnSpPr>
            <a:cxnSpLocks/>
            <a:stCxn id="14" idx="6"/>
            <a:endCxn id="10" idx="2"/>
          </p:cNvCxnSpPr>
          <p:nvPr/>
        </p:nvCxnSpPr>
        <p:spPr>
          <a:xfrm>
            <a:off x="4378960" y="2221990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739ABD7F-B1FA-F1DE-1A05-E066A34F8A53}"/>
              </a:ext>
            </a:extLst>
          </p:cNvPr>
          <p:cNvCxnSpPr>
            <a:cxnSpLocks/>
            <a:stCxn id="14" idx="4"/>
            <a:endCxn id="6" idx="0"/>
          </p:cNvCxnSpPr>
          <p:nvPr/>
        </p:nvCxnSpPr>
        <p:spPr>
          <a:xfrm>
            <a:off x="4246880" y="2354070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llipse 24">
            <a:extLst>
              <a:ext uri="{FF2B5EF4-FFF2-40B4-BE49-F238E27FC236}">
                <a16:creationId xmlns:a16="http://schemas.microsoft.com/office/drawing/2014/main" id="{412F5AC7-1FDF-8801-174F-94B63272A7CB}"/>
              </a:ext>
            </a:extLst>
          </p:cNvPr>
          <p:cNvSpPr/>
          <p:nvPr/>
        </p:nvSpPr>
        <p:spPr>
          <a:xfrm>
            <a:off x="4683760" y="3164840"/>
            <a:ext cx="264160" cy="26416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9BD45787-B763-826D-21A5-DB39F0DF7C8F}"/>
              </a:ext>
            </a:extLst>
          </p:cNvPr>
          <p:cNvSpPr/>
          <p:nvPr/>
        </p:nvSpPr>
        <p:spPr>
          <a:xfrm>
            <a:off x="4114800" y="3164840"/>
            <a:ext cx="264160" cy="26416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8E63E1C-4C5B-6A95-6443-8948D715CEC5}"/>
              </a:ext>
            </a:extLst>
          </p:cNvPr>
          <p:cNvCxnSpPr>
            <a:cxnSpLocks/>
            <a:stCxn id="27" idx="6"/>
            <a:endCxn id="25" idx="2"/>
          </p:cNvCxnSpPr>
          <p:nvPr/>
        </p:nvCxnSpPr>
        <p:spPr>
          <a:xfrm>
            <a:off x="4378960" y="3296920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0DC2BEA4-12D4-6889-0740-2319CDB2558E}"/>
              </a:ext>
            </a:extLst>
          </p:cNvPr>
          <p:cNvCxnSpPr>
            <a:cxnSpLocks/>
            <a:stCxn id="6" idx="4"/>
            <a:endCxn id="27" idx="0"/>
          </p:cNvCxnSpPr>
          <p:nvPr/>
        </p:nvCxnSpPr>
        <p:spPr>
          <a:xfrm>
            <a:off x="4246880" y="2891535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194BFC5E-DFA7-6A34-D110-2D71F2FF3E74}"/>
              </a:ext>
            </a:extLst>
          </p:cNvPr>
          <p:cNvCxnSpPr>
            <a:cxnSpLocks/>
            <a:stCxn id="7" idx="4"/>
            <a:endCxn id="25" idx="0"/>
          </p:cNvCxnSpPr>
          <p:nvPr/>
        </p:nvCxnSpPr>
        <p:spPr>
          <a:xfrm>
            <a:off x="4815840" y="2891535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Ellipse 35">
            <a:extLst>
              <a:ext uri="{FF2B5EF4-FFF2-40B4-BE49-F238E27FC236}">
                <a16:creationId xmlns:a16="http://schemas.microsoft.com/office/drawing/2014/main" id="{13273283-1B1C-25F8-D658-1F086C558D16}"/>
              </a:ext>
            </a:extLst>
          </p:cNvPr>
          <p:cNvSpPr/>
          <p:nvPr/>
        </p:nvSpPr>
        <p:spPr>
          <a:xfrm>
            <a:off x="5455920" y="2627375"/>
            <a:ext cx="264160" cy="264160"/>
          </a:xfrm>
          <a:prstGeom prst="ellipse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974716D9-CC94-5611-0851-1BA4C765F72B}"/>
              </a:ext>
            </a:extLst>
          </p:cNvPr>
          <p:cNvSpPr/>
          <p:nvPr/>
        </p:nvSpPr>
        <p:spPr>
          <a:xfrm>
            <a:off x="6024880" y="2627375"/>
            <a:ext cx="264160" cy="264160"/>
          </a:xfrm>
          <a:prstGeom prst="ellipse">
            <a:avLst/>
          </a:prstGeom>
          <a:solidFill>
            <a:srgbClr val="FFBDBD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8F27636D-5777-210B-5AAF-B609B29DAA32}"/>
              </a:ext>
            </a:extLst>
          </p:cNvPr>
          <p:cNvCxnSpPr>
            <a:stCxn id="36" idx="6"/>
            <a:endCxn id="37" idx="2"/>
          </p:cNvCxnSpPr>
          <p:nvPr/>
        </p:nvCxnSpPr>
        <p:spPr>
          <a:xfrm>
            <a:off x="5720080" y="2759455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Ellipse 38">
            <a:extLst>
              <a:ext uri="{FF2B5EF4-FFF2-40B4-BE49-F238E27FC236}">
                <a16:creationId xmlns:a16="http://schemas.microsoft.com/office/drawing/2014/main" id="{8FCD7CD2-A378-8C52-4B37-3C66717BCF35}"/>
              </a:ext>
            </a:extLst>
          </p:cNvPr>
          <p:cNvSpPr/>
          <p:nvPr/>
        </p:nvSpPr>
        <p:spPr>
          <a:xfrm>
            <a:off x="6024880" y="2089910"/>
            <a:ext cx="264160" cy="264160"/>
          </a:xfrm>
          <a:prstGeom prst="ellipse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C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69A52723-2AF4-941F-C6A1-FD55263A7DB4}"/>
              </a:ext>
            </a:extLst>
          </p:cNvPr>
          <p:cNvCxnSpPr>
            <a:cxnSpLocks/>
            <a:stCxn id="39" idx="4"/>
            <a:endCxn id="37" idx="0"/>
          </p:cNvCxnSpPr>
          <p:nvPr/>
        </p:nvCxnSpPr>
        <p:spPr>
          <a:xfrm>
            <a:off x="6156960" y="2354070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79D84E94-9124-3FDB-D777-D95A8A2415D4}"/>
              </a:ext>
            </a:extLst>
          </p:cNvPr>
          <p:cNvSpPr/>
          <p:nvPr/>
        </p:nvSpPr>
        <p:spPr>
          <a:xfrm>
            <a:off x="5455920" y="2089910"/>
            <a:ext cx="264160" cy="26416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8A4276A1-1A99-C0F6-197D-FA48B6353249}"/>
              </a:ext>
            </a:extLst>
          </p:cNvPr>
          <p:cNvCxnSpPr>
            <a:cxnSpLocks/>
            <a:stCxn id="41" idx="6"/>
            <a:endCxn id="39" idx="2"/>
          </p:cNvCxnSpPr>
          <p:nvPr/>
        </p:nvCxnSpPr>
        <p:spPr>
          <a:xfrm>
            <a:off x="5720080" y="2221990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FF601524-D27F-4E09-55E8-9B798F12773E}"/>
              </a:ext>
            </a:extLst>
          </p:cNvPr>
          <p:cNvCxnSpPr>
            <a:cxnSpLocks/>
            <a:stCxn id="41" idx="4"/>
            <a:endCxn id="36" idx="0"/>
          </p:cNvCxnSpPr>
          <p:nvPr/>
        </p:nvCxnSpPr>
        <p:spPr>
          <a:xfrm>
            <a:off x="5588000" y="2354070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Ellipse 43">
            <a:extLst>
              <a:ext uri="{FF2B5EF4-FFF2-40B4-BE49-F238E27FC236}">
                <a16:creationId xmlns:a16="http://schemas.microsoft.com/office/drawing/2014/main" id="{84BB6FE0-F323-AC33-C1C3-A0018FE331E8}"/>
              </a:ext>
            </a:extLst>
          </p:cNvPr>
          <p:cNvSpPr/>
          <p:nvPr/>
        </p:nvSpPr>
        <p:spPr>
          <a:xfrm>
            <a:off x="6024880" y="3164840"/>
            <a:ext cx="264160" cy="264160"/>
          </a:xfrm>
          <a:prstGeom prst="ellipse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E4B31E78-C3EA-8C6A-5DB5-14F48D6431F9}"/>
              </a:ext>
            </a:extLst>
          </p:cNvPr>
          <p:cNvSpPr/>
          <p:nvPr/>
        </p:nvSpPr>
        <p:spPr>
          <a:xfrm>
            <a:off x="5455920" y="3164840"/>
            <a:ext cx="264160" cy="264160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F2313BB1-4BC0-43BF-756D-2759CF0BC219}"/>
              </a:ext>
            </a:extLst>
          </p:cNvPr>
          <p:cNvCxnSpPr>
            <a:cxnSpLocks/>
            <a:stCxn id="45" idx="6"/>
            <a:endCxn id="44" idx="2"/>
          </p:cNvCxnSpPr>
          <p:nvPr/>
        </p:nvCxnSpPr>
        <p:spPr>
          <a:xfrm>
            <a:off x="5720080" y="3296920"/>
            <a:ext cx="304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92C7BE71-D768-27E6-8EA9-CEF5282F5460}"/>
              </a:ext>
            </a:extLst>
          </p:cNvPr>
          <p:cNvCxnSpPr>
            <a:cxnSpLocks/>
            <a:stCxn id="36" idx="4"/>
            <a:endCxn id="45" idx="0"/>
          </p:cNvCxnSpPr>
          <p:nvPr/>
        </p:nvCxnSpPr>
        <p:spPr>
          <a:xfrm>
            <a:off x="5588000" y="2891535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4E7A100B-039B-44F7-1C74-C71B9A2B7D47}"/>
              </a:ext>
            </a:extLst>
          </p:cNvPr>
          <p:cNvCxnSpPr>
            <a:cxnSpLocks/>
            <a:stCxn id="37" idx="4"/>
            <a:endCxn id="44" idx="0"/>
          </p:cNvCxnSpPr>
          <p:nvPr/>
        </p:nvCxnSpPr>
        <p:spPr>
          <a:xfrm>
            <a:off x="6156960" y="2891535"/>
            <a:ext cx="0" cy="2733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8F9F81C-0DAB-CFAB-33D5-26BD2B97C55A}"/>
              </a:ext>
            </a:extLst>
          </p:cNvPr>
          <p:cNvSpPr/>
          <p:nvPr/>
        </p:nvSpPr>
        <p:spPr>
          <a:xfrm>
            <a:off x="4328160" y="2495296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7F4D302-D6AB-B292-D8B3-8052EEB8A440}"/>
              </a:ext>
            </a:extLst>
          </p:cNvPr>
          <p:cNvSpPr/>
          <p:nvPr/>
        </p:nvSpPr>
        <p:spPr>
          <a:xfrm>
            <a:off x="5679440" y="2500376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7BECAFB-9F53-63A3-FF35-BA6CC0D0F18F}"/>
              </a:ext>
            </a:extLst>
          </p:cNvPr>
          <p:cNvSpPr/>
          <p:nvPr/>
        </p:nvSpPr>
        <p:spPr>
          <a:xfrm>
            <a:off x="4907280" y="2500376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87E1D1F-D26A-106E-276A-132EE91C7864}"/>
              </a:ext>
            </a:extLst>
          </p:cNvPr>
          <p:cNvSpPr/>
          <p:nvPr/>
        </p:nvSpPr>
        <p:spPr>
          <a:xfrm>
            <a:off x="6248399" y="2495296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D0C348C-A09B-8E43-18F0-C2CBEBE38ED2}"/>
              </a:ext>
            </a:extLst>
          </p:cNvPr>
          <p:cNvSpPr/>
          <p:nvPr/>
        </p:nvSpPr>
        <p:spPr>
          <a:xfrm>
            <a:off x="4319269" y="1948684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06FCF63-3B6B-1863-403D-480D9AF7442D}"/>
              </a:ext>
            </a:extLst>
          </p:cNvPr>
          <p:cNvSpPr/>
          <p:nvPr/>
        </p:nvSpPr>
        <p:spPr>
          <a:xfrm>
            <a:off x="6230618" y="1969512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6E487A-7640-2765-7D54-E0A7923945DE}"/>
              </a:ext>
            </a:extLst>
          </p:cNvPr>
          <p:cNvSpPr/>
          <p:nvPr/>
        </p:nvSpPr>
        <p:spPr>
          <a:xfrm>
            <a:off x="6228080" y="3011933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3B63DD4-38C8-0B4C-0AC2-508432CAC184}"/>
              </a:ext>
            </a:extLst>
          </p:cNvPr>
          <p:cNvSpPr/>
          <p:nvPr/>
        </p:nvSpPr>
        <p:spPr>
          <a:xfrm>
            <a:off x="4918709" y="1987292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ECA958C-3284-11EA-B48F-3690F78FC830}"/>
              </a:ext>
            </a:extLst>
          </p:cNvPr>
          <p:cNvSpPr/>
          <p:nvPr/>
        </p:nvSpPr>
        <p:spPr>
          <a:xfrm>
            <a:off x="5679440" y="1957831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62AACF7-BAC3-B2A9-30BC-E6E85BE94F9A}"/>
              </a:ext>
            </a:extLst>
          </p:cNvPr>
          <p:cNvSpPr/>
          <p:nvPr/>
        </p:nvSpPr>
        <p:spPr>
          <a:xfrm>
            <a:off x="5687059" y="3054097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57AFA96-FAF1-C35B-6DAD-2C80D6173782}"/>
              </a:ext>
            </a:extLst>
          </p:cNvPr>
          <p:cNvSpPr/>
          <p:nvPr/>
        </p:nvSpPr>
        <p:spPr>
          <a:xfrm>
            <a:off x="4914899" y="3054097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EBA0D5D-A02C-F9E8-CCB3-25A6E2933C8C}"/>
              </a:ext>
            </a:extLst>
          </p:cNvPr>
          <p:cNvSpPr/>
          <p:nvPr/>
        </p:nvSpPr>
        <p:spPr>
          <a:xfrm>
            <a:off x="4343399" y="3054097"/>
            <a:ext cx="167640" cy="1676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28498053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Grand écran</PresentationFormat>
  <Paragraphs>24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Xavier Pessoles</dc:creator>
  <cp:lastModifiedBy>Xavier Pessoles</cp:lastModifiedBy>
  <cp:revision>1</cp:revision>
  <dcterms:created xsi:type="dcterms:W3CDTF">2026-04-20T14:32:51Z</dcterms:created>
  <dcterms:modified xsi:type="dcterms:W3CDTF">2026-04-20T15:23:59Z</dcterms:modified>
</cp:coreProperties>
</file>